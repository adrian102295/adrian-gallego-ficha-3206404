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Antonio Italics" panose="020B0604020202020204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Anton Italics" panose="020B0604020202020204" charset="0"/>
      <p:regular r:id="rId30"/>
    </p:embeddedFont>
    <p:embeddedFont>
      <p:font typeface="Montserrat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2.sv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5.sv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17112" y="-66478"/>
            <a:ext cx="14775575" cy="10353478"/>
          </a:xfrm>
          <a:custGeom>
            <a:avLst/>
            <a:gdLst/>
            <a:ahLst/>
            <a:cxnLst/>
            <a:rect l="l" t="t" r="r" b="b"/>
            <a:pathLst>
              <a:path w="14775575" h="10353478">
                <a:moveTo>
                  <a:pt x="0" y="0"/>
                </a:moveTo>
                <a:lnTo>
                  <a:pt x="14775574" y="0"/>
                </a:lnTo>
                <a:lnTo>
                  <a:pt x="14775574" y="10353478"/>
                </a:lnTo>
                <a:lnTo>
                  <a:pt x="0" y="10353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73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3338277" y="503159"/>
            <a:ext cx="18561364" cy="9280682"/>
          </a:xfrm>
          <a:custGeom>
            <a:avLst/>
            <a:gdLst/>
            <a:ahLst/>
            <a:cxnLst/>
            <a:rect l="l" t="t" r="r" b="b"/>
            <a:pathLst>
              <a:path w="18561364" h="9280682">
                <a:moveTo>
                  <a:pt x="0" y="0"/>
                </a:moveTo>
                <a:lnTo>
                  <a:pt x="18561364" y="0"/>
                </a:lnTo>
                <a:lnTo>
                  <a:pt x="18561364" y="9280682"/>
                </a:lnTo>
                <a:lnTo>
                  <a:pt x="0" y="9280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7565" y="3721763"/>
            <a:ext cx="3972652" cy="4114800"/>
          </a:xfrm>
          <a:custGeom>
            <a:avLst/>
            <a:gdLst/>
            <a:ahLst/>
            <a:cxnLst/>
            <a:rect l="l" t="t" r="r" b="b"/>
            <a:pathLst>
              <a:path w="3972652" h="4114800">
                <a:moveTo>
                  <a:pt x="0" y="0"/>
                </a:moveTo>
                <a:lnTo>
                  <a:pt x="3972652" y="0"/>
                </a:lnTo>
                <a:lnTo>
                  <a:pt x="3972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9995" y="9796131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79429" y="-213089"/>
            <a:ext cx="7315200" cy="1847088"/>
          </a:xfrm>
          <a:custGeom>
            <a:avLst/>
            <a:gdLst/>
            <a:ahLst/>
            <a:cxnLst/>
            <a:rect l="l" t="t" r="r" b="b"/>
            <a:pathLst>
              <a:path w="7315200" h="1847088">
                <a:moveTo>
                  <a:pt x="0" y="0"/>
                </a:moveTo>
                <a:lnTo>
                  <a:pt x="7315200" y="0"/>
                </a:lnTo>
                <a:lnTo>
                  <a:pt x="7315200" y="1847088"/>
                </a:lnTo>
                <a:lnTo>
                  <a:pt x="0" y="1847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91109" y="2783743"/>
            <a:ext cx="9068417" cy="245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49"/>
              </a:lnSpc>
              <a:spcBef>
                <a:spcPct val="0"/>
              </a:spcBef>
            </a:pPr>
            <a:r>
              <a:rPr lang="en-US" sz="14321" i="1">
                <a:solidFill>
                  <a:srgbClr val="5CE1E6"/>
                </a:solidFill>
                <a:latin typeface="Anton Italics"/>
                <a:ea typeface="Anton Italics"/>
                <a:cs typeface="Anton Italics"/>
                <a:sym typeface="Anton Italics"/>
              </a:rPr>
              <a:t>MOCKUPS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91109" y="4771211"/>
            <a:ext cx="9204970" cy="2455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49"/>
              </a:lnSpc>
              <a:spcBef>
                <a:spcPct val="0"/>
              </a:spcBef>
            </a:pPr>
            <a:r>
              <a:rPr lang="en-US" sz="14321" i="1">
                <a:solidFill>
                  <a:srgbClr val="FFFFFF"/>
                </a:solidFill>
                <a:latin typeface="Antonio Italics"/>
                <a:ea typeface="Antonio Italics"/>
                <a:cs typeface="Antonio Italics"/>
                <a:sym typeface="Antonio Italics"/>
              </a:rPr>
              <a:t>PRESENTACION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4928" y="990600"/>
            <a:ext cx="338050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BORCELLE CAR DEALER</a:t>
            </a:r>
          </a:p>
        </p:txBody>
      </p:sp>
      <p:sp>
        <p:nvSpPr>
          <p:cNvPr id="10" name="Freeform 10"/>
          <p:cNvSpPr/>
          <p:nvPr/>
        </p:nvSpPr>
        <p:spPr>
          <a:xfrm>
            <a:off x="7401926" y="9822110"/>
            <a:ext cx="7315200" cy="1847088"/>
          </a:xfrm>
          <a:custGeom>
            <a:avLst/>
            <a:gdLst/>
            <a:ahLst/>
            <a:cxnLst/>
            <a:rect l="l" t="t" r="r" b="b"/>
            <a:pathLst>
              <a:path w="7315200" h="1847088">
                <a:moveTo>
                  <a:pt x="0" y="0"/>
                </a:moveTo>
                <a:lnTo>
                  <a:pt x="7315200" y="0"/>
                </a:lnTo>
                <a:lnTo>
                  <a:pt x="7315200" y="1847088"/>
                </a:lnTo>
                <a:lnTo>
                  <a:pt x="0" y="1847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67723" y="9807889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9386" y="35433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12468" y="1760594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421" y="30410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847574" y="2118589"/>
            <a:ext cx="10305731" cy="7139711"/>
          </a:xfrm>
          <a:custGeom>
            <a:avLst/>
            <a:gdLst/>
            <a:ahLst/>
            <a:cxnLst/>
            <a:rect l="l" t="t" r="r" b="b"/>
            <a:pathLst>
              <a:path w="10305731" h="7139711">
                <a:moveTo>
                  <a:pt x="0" y="0"/>
                </a:moveTo>
                <a:lnTo>
                  <a:pt x="10305730" y="0"/>
                </a:lnTo>
                <a:lnTo>
                  <a:pt x="10305730" y="7139711"/>
                </a:lnTo>
                <a:lnTo>
                  <a:pt x="0" y="71397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15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DE REGISTRO PARA USUARIO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67723" y="9684537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2412" y="38481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16137" y="30861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04800" y="130884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656074" y="1780252"/>
            <a:ext cx="10712791" cy="7579523"/>
          </a:xfrm>
          <a:custGeom>
            <a:avLst/>
            <a:gdLst/>
            <a:ahLst/>
            <a:cxnLst/>
            <a:rect l="l" t="t" r="r" b="b"/>
            <a:pathLst>
              <a:path w="10712791" h="7579523">
                <a:moveTo>
                  <a:pt x="0" y="0"/>
                </a:moveTo>
                <a:lnTo>
                  <a:pt x="10712791" y="0"/>
                </a:lnTo>
                <a:lnTo>
                  <a:pt x="10712791" y="7579523"/>
                </a:lnTo>
                <a:lnTo>
                  <a:pt x="0" y="75795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INICIO DE SESION PARA USUARIO</a:t>
            </a:r>
          </a:p>
          <a:p>
            <a:pPr algn="l">
              <a:lnSpc>
                <a:spcPts val="3079"/>
              </a:lnSpc>
            </a:pPr>
            <a:endParaRPr lang="en-US" sz="2199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26204" y="9560474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06475" y="370684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86343" y="234498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28600" y="174679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815277" y="2315845"/>
            <a:ext cx="10399510" cy="7155234"/>
          </a:xfrm>
          <a:custGeom>
            <a:avLst/>
            <a:gdLst/>
            <a:ahLst/>
            <a:cxnLst/>
            <a:rect l="l" t="t" r="r" b="b"/>
            <a:pathLst>
              <a:path w="10399510" h="7155234">
                <a:moveTo>
                  <a:pt x="0" y="0"/>
                </a:moveTo>
                <a:lnTo>
                  <a:pt x="10399511" y="0"/>
                </a:lnTo>
                <a:lnTo>
                  <a:pt x="10399511" y="7155234"/>
                </a:lnTo>
                <a:lnTo>
                  <a:pt x="0" y="71552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948" r="-72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DE REGISTRO PARA VEHICULOS DE CLIENTES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15600" y="9694902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1000" y="393986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27075" y="30861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81000" y="142084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998142" y="2317505"/>
            <a:ext cx="10018609" cy="6940795"/>
          </a:xfrm>
          <a:custGeom>
            <a:avLst/>
            <a:gdLst/>
            <a:ahLst/>
            <a:cxnLst/>
            <a:rect l="l" t="t" r="r" b="b"/>
            <a:pathLst>
              <a:path w="10018609" h="6940795">
                <a:moveTo>
                  <a:pt x="0" y="0"/>
                </a:moveTo>
                <a:lnTo>
                  <a:pt x="10018609" y="0"/>
                </a:lnTo>
                <a:lnTo>
                  <a:pt x="10018609" y="6940795"/>
                </a:lnTo>
                <a:lnTo>
                  <a:pt x="0" y="69407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151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561743" y="2197196"/>
            <a:ext cx="10088873" cy="7061104"/>
          </a:xfrm>
          <a:custGeom>
            <a:avLst/>
            <a:gdLst/>
            <a:ahLst/>
            <a:cxnLst/>
            <a:rect l="l" t="t" r="r" b="b"/>
            <a:pathLst>
              <a:path w="10088873" h="7061104">
                <a:moveTo>
                  <a:pt x="0" y="0"/>
                </a:moveTo>
                <a:lnTo>
                  <a:pt x="10088872" y="0"/>
                </a:lnTo>
                <a:lnTo>
                  <a:pt x="10088872" y="7061104"/>
                </a:lnTo>
                <a:lnTo>
                  <a:pt x="0" y="70611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28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74928" y="990600"/>
            <a:ext cx="49736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AGENDAMIENTO DE CITAS PARA CLIENTE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18873" y="9764477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06299" y="3730546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479012" y="2219184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61260" y="30366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121399" y="2219184"/>
            <a:ext cx="10357613" cy="7137525"/>
          </a:xfrm>
          <a:custGeom>
            <a:avLst/>
            <a:gdLst/>
            <a:ahLst/>
            <a:cxnLst/>
            <a:rect l="l" t="t" r="r" b="b"/>
            <a:pathLst>
              <a:path w="10357613" h="7137525">
                <a:moveTo>
                  <a:pt x="0" y="0"/>
                </a:moveTo>
                <a:lnTo>
                  <a:pt x="10357613" y="0"/>
                </a:lnTo>
                <a:lnTo>
                  <a:pt x="10357613" y="7137525"/>
                </a:lnTo>
                <a:lnTo>
                  <a:pt x="0" y="7137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42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990512"/>
            <a:ext cx="49736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DE COTIZACIÓN PARA CLIENTE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89261" y="9703442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352" y="4169503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49400" y="24003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81000" y="130966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60491" y="2144395"/>
            <a:ext cx="10469840" cy="7303142"/>
          </a:xfrm>
          <a:custGeom>
            <a:avLst/>
            <a:gdLst/>
            <a:ahLst/>
            <a:cxnLst/>
            <a:rect l="l" t="t" r="r" b="b"/>
            <a:pathLst>
              <a:path w="10469840" h="7303142">
                <a:moveTo>
                  <a:pt x="0" y="0"/>
                </a:moveTo>
                <a:lnTo>
                  <a:pt x="10469841" y="0"/>
                </a:lnTo>
                <a:lnTo>
                  <a:pt x="10469841" y="7303143"/>
                </a:lnTo>
                <a:lnTo>
                  <a:pt x="0" y="73031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617" b="-109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HISTORIAL DE SERVICIOS PARA CLIENTE:</a:t>
            </a:r>
          </a:p>
          <a:p>
            <a:pPr algn="l">
              <a:lnSpc>
                <a:spcPts val="3079"/>
              </a:lnSpc>
            </a:pPr>
            <a:endParaRPr lang="en-US" sz="2199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45311" y="9726712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2940" y="36957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935200" y="1741517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28600" y="197867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879847" y="1985921"/>
            <a:ext cx="10910249" cy="7740791"/>
          </a:xfrm>
          <a:custGeom>
            <a:avLst/>
            <a:gdLst/>
            <a:ahLst/>
            <a:cxnLst/>
            <a:rect l="l" t="t" r="r" b="b"/>
            <a:pathLst>
              <a:path w="10910249" h="7740791">
                <a:moveTo>
                  <a:pt x="0" y="0"/>
                </a:moveTo>
                <a:lnTo>
                  <a:pt x="10910248" y="0"/>
                </a:lnTo>
                <a:lnTo>
                  <a:pt x="10910248" y="7740791"/>
                </a:lnTo>
                <a:lnTo>
                  <a:pt x="0" y="77407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DE NOTIFICACIONES PERIÓDICAS DEL SERVICIO PARA CLIENTE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91800" y="9715500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00" y="3741776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478446" y="2182495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132" y="52495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119271" y="2340052"/>
            <a:ext cx="10049459" cy="6918248"/>
          </a:xfrm>
          <a:custGeom>
            <a:avLst/>
            <a:gdLst/>
            <a:ahLst/>
            <a:cxnLst/>
            <a:rect l="l" t="t" r="r" b="b"/>
            <a:pathLst>
              <a:path w="10049459" h="6918248">
                <a:moveTo>
                  <a:pt x="0" y="0"/>
                </a:moveTo>
                <a:lnTo>
                  <a:pt x="10049458" y="0"/>
                </a:lnTo>
                <a:lnTo>
                  <a:pt x="10049458" y="6918248"/>
                </a:lnTo>
                <a:lnTo>
                  <a:pt x="0" y="69182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372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DE CALIFICACIÓN SOBRE EL SERVICIO PARA CLIENTE: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42789" y="9632525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4934" y="3334233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54264" y="175387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092" y="127337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003493" y="2152243"/>
            <a:ext cx="10281014" cy="7271494"/>
          </a:xfrm>
          <a:custGeom>
            <a:avLst/>
            <a:gdLst/>
            <a:ahLst/>
            <a:cxnLst/>
            <a:rect l="l" t="t" r="r" b="b"/>
            <a:pathLst>
              <a:path w="10281014" h="7271494">
                <a:moveTo>
                  <a:pt x="0" y="0"/>
                </a:moveTo>
                <a:lnTo>
                  <a:pt x="10281014" y="0"/>
                </a:lnTo>
                <a:lnTo>
                  <a:pt x="10281014" y="7271494"/>
                </a:lnTo>
                <a:lnTo>
                  <a:pt x="0" y="72714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877" r="-132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POSTERIOR A LA CALIFICACIÓN PARA CLIENTE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32137" y="9641192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05091" y="35433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3612" y="25527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31985" y="79305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865195" y="2315845"/>
            <a:ext cx="10299612" cy="7144430"/>
          </a:xfrm>
          <a:custGeom>
            <a:avLst/>
            <a:gdLst/>
            <a:ahLst/>
            <a:cxnLst/>
            <a:rect l="l" t="t" r="r" b="b"/>
            <a:pathLst>
              <a:path w="10299612" h="7144430">
                <a:moveTo>
                  <a:pt x="0" y="0"/>
                </a:moveTo>
                <a:lnTo>
                  <a:pt x="10299612" y="0"/>
                </a:lnTo>
                <a:lnTo>
                  <a:pt x="10299612" y="7144430"/>
                </a:lnTo>
                <a:lnTo>
                  <a:pt x="0" y="71444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80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DE USUARIOS AGENDADOS PARA MECÁNICOS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15600" y="9670093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04800" y="35433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27075" y="20193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04800" y="87203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959169" y="2315845"/>
            <a:ext cx="10129511" cy="7143961"/>
          </a:xfrm>
          <a:custGeom>
            <a:avLst/>
            <a:gdLst/>
            <a:ahLst/>
            <a:cxnLst/>
            <a:rect l="l" t="t" r="r" b="b"/>
            <a:pathLst>
              <a:path w="10129511" h="7143961">
                <a:moveTo>
                  <a:pt x="0" y="0"/>
                </a:moveTo>
                <a:lnTo>
                  <a:pt x="10129511" y="0"/>
                </a:lnTo>
                <a:lnTo>
                  <a:pt x="10129511" y="7143961"/>
                </a:lnTo>
                <a:lnTo>
                  <a:pt x="0" y="71439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294" r="-91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DE COTIZACIÓN PARA MECÁNICO Y ADMINISTRADOR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67723" y="9676565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245" y="37719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401800" y="2315845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6033" y="30410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044384" y="2315845"/>
            <a:ext cx="10209616" cy="7215175"/>
          </a:xfrm>
          <a:custGeom>
            <a:avLst/>
            <a:gdLst/>
            <a:ahLst/>
            <a:cxnLst/>
            <a:rect l="l" t="t" r="r" b="b"/>
            <a:pathLst>
              <a:path w="10209616" h="7215175">
                <a:moveTo>
                  <a:pt x="0" y="0"/>
                </a:moveTo>
                <a:lnTo>
                  <a:pt x="10209616" y="0"/>
                </a:lnTo>
                <a:lnTo>
                  <a:pt x="10209616" y="7215176"/>
                </a:lnTo>
                <a:lnTo>
                  <a:pt x="0" y="72151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NOTIFICACIÓN PARA MECÁNICO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39400" y="9648282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6056" y="3715208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22349" y="2182495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6056" y="62806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103195" y="2144395"/>
            <a:ext cx="10288133" cy="7207121"/>
          </a:xfrm>
          <a:custGeom>
            <a:avLst/>
            <a:gdLst/>
            <a:ahLst/>
            <a:cxnLst/>
            <a:rect l="l" t="t" r="r" b="b"/>
            <a:pathLst>
              <a:path w="10288133" h="7297563">
                <a:moveTo>
                  <a:pt x="0" y="0"/>
                </a:moveTo>
                <a:lnTo>
                  <a:pt x="10288133" y="0"/>
                </a:lnTo>
                <a:lnTo>
                  <a:pt x="10288133" y="7297563"/>
                </a:lnTo>
                <a:lnTo>
                  <a:pt x="0" y="729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INFORMATIVA SOBRE LA REPARACIÓN PARA MECÁNICO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97959" y="9669439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34815" y="3942864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487022" y="2336016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3478" y="111968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943617" y="2315845"/>
            <a:ext cx="10183554" cy="7200923"/>
          </a:xfrm>
          <a:custGeom>
            <a:avLst/>
            <a:gdLst/>
            <a:ahLst/>
            <a:cxnLst/>
            <a:rect l="l" t="t" r="r" b="b"/>
            <a:pathLst>
              <a:path w="10183554" h="7200923">
                <a:moveTo>
                  <a:pt x="0" y="0"/>
                </a:moveTo>
                <a:lnTo>
                  <a:pt x="10183555" y="0"/>
                </a:lnTo>
                <a:lnTo>
                  <a:pt x="10183555" y="7200924"/>
                </a:lnTo>
                <a:lnTo>
                  <a:pt x="0" y="72009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INVENTARIO PARA ADMINISTRADOR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15600" y="9639300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529" y="3668305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401800" y="26289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04800" y="34584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859717" y="2262875"/>
            <a:ext cx="9769401" cy="6925661"/>
          </a:xfrm>
          <a:custGeom>
            <a:avLst/>
            <a:gdLst/>
            <a:ahLst/>
            <a:cxnLst/>
            <a:rect l="l" t="t" r="r" b="b"/>
            <a:pathLst>
              <a:path w="9769401" h="6925661">
                <a:moveTo>
                  <a:pt x="0" y="0"/>
                </a:moveTo>
                <a:lnTo>
                  <a:pt x="9769401" y="0"/>
                </a:lnTo>
                <a:lnTo>
                  <a:pt x="9769401" y="6925661"/>
                </a:lnTo>
                <a:lnTo>
                  <a:pt x="0" y="69256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ASIGNACIÓN DE TÉCNICOS PARA ADMINISTRADOR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91800" y="9667287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8888" y="3956311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351938" y="30861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81000" y="137241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895541" y="2204273"/>
            <a:ext cx="9791207" cy="6996923"/>
          </a:xfrm>
          <a:custGeom>
            <a:avLst/>
            <a:gdLst/>
            <a:ahLst/>
            <a:cxnLst/>
            <a:rect l="l" t="t" r="r" b="b"/>
            <a:pathLst>
              <a:path w="9791207" h="6996923">
                <a:moveTo>
                  <a:pt x="0" y="0"/>
                </a:moveTo>
                <a:lnTo>
                  <a:pt x="9791207" y="0"/>
                </a:lnTo>
                <a:lnTo>
                  <a:pt x="9791207" y="6996923"/>
                </a:lnTo>
                <a:lnTo>
                  <a:pt x="0" y="69969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08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DE PROCESOS PARA ADMINISTRADOR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73056" y="9667405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3720" y="3696615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478000" y="2798541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81000" y="152015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767960" y="2144395"/>
            <a:ext cx="10189362" cy="7219241"/>
          </a:xfrm>
          <a:custGeom>
            <a:avLst/>
            <a:gdLst/>
            <a:ahLst/>
            <a:cxnLst/>
            <a:rect l="l" t="t" r="r" b="b"/>
            <a:pathLst>
              <a:path w="10189362" h="7219241">
                <a:moveTo>
                  <a:pt x="0" y="0"/>
                </a:moveTo>
                <a:lnTo>
                  <a:pt x="10189362" y="0"/>
                </a:lnTo>
                <a:lnTo>
                  <a:pt x="10189362" y="7219241"/>
                </a:lnTo>
                <a:lnTo>
                  <a:pt x="0" y="7219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DE CONTROL DE REPUESTOS PARA ADMINISTRADOR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48861" y="9634414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29066" y="36957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360336" y="30861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81000" y="0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56730" y="2534920"/>
            <a:ext cx="9684744" cy="6898351"/>
          </a:xfrm>
          <a:custGeom>
            <a:avLst/>
            <a:gdLst/>
            <a:ahLst/>
            <a:cxnLst/>
            <a:rect l="l" t="t" r="r" b="b"/>
            <a:pathLst>
              <a:path w="9684744" h="6898351">
                <a:moveTo>
                  <a:pt x="0" y="0"/>
                </a:moveTo>
                <a:lnTo>
                  <a:pt x="9684743" y="0"/>
                </a:lnTo>
                <a:lnTo>
                  <a:pt x="9684743" y="6898351"/>
                </a:lnTo>
                <a:lnTo>
                  <a:pt x="0" y="68983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DE REPORTES SOBRE LOS TRABAJADORES PARA ADMINISTRADORES:</a:t>
            </a:r>
          </a:p>
          <a:p>
            <a:pPr algn="l">
              <a:lnSpc>
                <a:spcPts val="3079"/>
              </a:lnSpc>
            </a:pPr>
            <a:endParaRPr lang="en-US" sz="2199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16724" y="9651600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25701" y="3645335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504899" y="30861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33400" y="30410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011137" y="2061900"/>
            <a:ext cx="10265726" cy="7281670"/>
          </a:xfrm>
          <a:custGeom>
            <a:avLst/>
            <a:gdLst/>
            <a:ahLst/>
            <a:cxnLst/>
            <a:rect l="l" t="t" r="r" b="b"/>
            <a:pathLst>
              <a:path w="10265726" h="7281670">
                <a:moveTo>
                  <a:pt x="0" y="0"/>
                </a:moveTo>
                <a:lnTo>
                  <a:pt x="10265726" y="0"/>
                </a:lnTo>
                <a:lnTo>
                  <a:pt x="10265726" y="7281670"/>
                </a:lnTo>
                <a:lnTo>
                  <a:pt x="0" y="72816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MATRIZ PARA CLIENTES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62196" y="9676252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1000" y="37719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4322335" y="27813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2663" y="6724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982802" y="2032549"/>
            <a:ext cx="10246533" cy="7340371"/>
          </a:xfrm>
          <a:custGeom>
            <a:avLst/>
            <a:gdLst/>
            <a:ahLst/>
            <a:cxnLst/>
            <a:rect l="l" t="t" r="r" b="b"/>
            <a:pathLst>
              <a:path w="10246533" h="7340371">
                <a:moveTo>
                  <a:pt x="0" y="0"/>
                </a:moveTo>
                <a:lnTo>
                  <a:pt x="10246533" y="0"/>
                </a:lnTo>
                <a:lnTo>
                  <a:pt x="10246533" y="7340371"/>
                </a:lnTo>
                <a:lnTo>
                  <a:pt x="0" y="73403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74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74928" y="990600"/>
            <a:ext cx="49736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MATRIZ PARA MECÁNICOS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r="-14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04019" y="9784010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8021" y="36957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82140" y="30099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6645" y="0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926784" y="1986628"/>
            <a:ext cx="10237374" cy="7271672"/>
          </a:xfrm>
          <a:custGeom>
            <a:avLst/>
            <a:gdLst/>
            <a:ahLst/>
            <a:cxnLst/>
            <a:rect l="l" t="t" r="r" b="b"/>
            <a:pathLst>
              <a:path w="10237374" h="7271672">
                <a:moveTo>
                  <a:pt x="0" y="0"/>
                </a:moveTo>
                <a:lnTo>
                  <a:pt x="10237374" y="0"/>
                </a:lnTo>
                <a:lnTo>
                  <a:pt x="10237374" y="7271672"/>
                </a:lnTo>
                <a:lnTo>
                  <a:pt x="0" y="72716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4928" y="990600"/>
            <a:ext cx="49736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MATRIZ PARA ADMINISTRADOR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4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71" y="2070236"/>
            <a:ext cx="3972652" cy="4114800"/>
          </a:xfrm>
          <a:custGeom>
            <a:avLst/>
            <a:gdLst/>
            <a:ahLst/>
            <a:cxnLst/>
            <a:rect l="l" t="t" r="r" b="b"/>
            <a:pathLst>
              <a:path w="3972652" h="4114800">
                <a:moveTo>
                  <a:pt x="0" y="0"/>
                </a:moveTo>
                <a:lnTo>
                  <a:pt x="3972653" y="0"/>
                </a:lnTo>
                <a:lnTo>
                  <a:pt x="3972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285347" y="0"/>
            <a:ext cx="7002653" cy="10287000"/>
            <a:chOff x="0" y="0"/>
            <a:chExt cx="1084894" cy="15937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84894" cy="1593725"/>
            </a:xfrm>
            <a:custGeom>
              <a:avLst/>
              <a:gdLst/>
              <a:ahLst/>
              <a:cxnLst/>
              <a:rect l="l" t="t" r="r" b="b"/>
              <a:pathLst>
                <a:path w="1084894" h="1593725">
                  <a:moveTo>
                    <a:pt x="0" y="0"/>
                  </a:moveTo>
                  <a:lnTo>
                    <a:pt x="1084894" y="0"/>
                  </a:lnTo>
                  <a:lnTo>
                    <a:pt x="108489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23385" t="-24980" b="-1086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400000">
            <a:off x="8203558" y="2474240"/>
            <a:ext cx="10677038" cy="5338519"/>
          </a:xfrm>
          <a:custGeom>
            <a:avLst/>
            <a:gdLst/>
            <a:ahLst/>
            <a:cxnLst/>
            <a:rect l="l" t="t" r="r" b="b"/>
            <a:pathLst>
              <a:path w="10677038" h="5338519">
                <a:moveTo>
                  <a:pt x="0" y="0"/>
                </a:moveTo>
                <a:lnTo>
                  <a:pt x="10677038" y="0"/>
                </a:lnTo>
                <a:lnTo>
                  <a:pt x="10677038" y="5338520"/>
                </a:lnTo>
                <a:lnTo>
                  <a:pt x="0" y="53385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56480" y="1682982"/>
            <a:ext cx="12118697" cy="328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93"/>
              </a:lnSpc>
              <a:spcBef>
                <a:spcPct val="0"/>
              </a:spcBef>
            </a:pPr>
            <a:r>
              <a:rPr lang="en-US" sz="19138" i="1">
                <a:solidFill>
                  <a:srgbClr val="5CE1E6"/>
                </a:solidFill>
                <a:latin typeface="Anton Italics"/>
                <a:ea typeface="Anton Italics"/>
                <a:cs typeface="Anton Italics"/>
                <a:sym typeface="Anton Italics"/>
              </a:rPr>
              <a:t>GRACIAS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41922" y="4629150"/>
            <a:ext cx="896403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POR SU ATENCION</a:t>
            </a:r>
          </a:p>
        </p:txBody>
      </p:sp>
      <p:sp>
        <p:nvSpPr>
          <p:cNvPr id="8" name="Freeform 8"/>
          <p:cNvSpPr/>
          <p:nvPr/>
        </p:nvSpPr>
        <p:spPr>
          <a:xfrm>
            <a:off x="10749794" y="9723671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5421" y="46646"/>
            <a:ext cx="7520277" cy="464890"/>
          </a:xfrm>
          <a:custGeom>
            <a:avLst/>
            <a:gdLst/>
            <a:ahLst/>
            <a:cxnLst/>
            <a:rect l="l" t="t" r="r" b="b"/>
            <a:pathLst>
              <a:path w="7520277" h="464890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4045" y="5939755"/>
            <a:ext cx="3972652" cy="4114800"/>
          </a:xfrm>
          <a:custGeom>
            <a:avLst/>
            <a:gdLst/>
            <a:ahLst/>
            <a:cxnLst/>
            <a:rect l="l" t="t" r="r" b="b"/>
            <a:pathLst>
              <a:path w="3972652" h="4114800">
                <a:moveTo>
                  <a:pt x="0" y="0"/>
                </a:moveTo>
                <a:lnTo>
                  <a:pt x="3972653" y="0"/>
                </a:lnTo>
                <a:lnTo>
                  <a:pt x="3972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</Words>
  <Application>Microsoft Office PowerPoint</Application>
  <PresentationFormat>Personalizado</PresentationFormat>
  <Paragraphs>26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Antonio Italics</vt:lpstr>
      <vt:lpstr>Arial</vt:lpstr>
      <vt:lpstr>Calibri</vt:lpstr>
      <vt:lpstr>Anton Italics</vt:lpstr>
      <vt:lpstr>Montserrat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mockups</dc:title>
  <dc:creator>Aprendiz</dc:creator>
  <cp:lastModifiedBy>Aprendiz</cp:lastModifiedBy>
  <cp:revision>2</cp:revision>
  <dcterms:created xsi:type="dcterms:W3CDTF">2006-08-16T00:00:00Z</dcterms:created>
  <dcterms:modified xsi:type="dcterms:W3CDTF">2025-07-08T15:33:47Z</dcterms:modified>
  <dc:identifier>DAGsgqiCGDk</dc:identifier>
</cp:coreProperties>
</file>