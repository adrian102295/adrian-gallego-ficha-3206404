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Ubuntu Bold Italics" charset="1" panose="020B08040306020A0204"/>
      <p:regular r:id="rId16"/>
    </p:embeddedFont>
    <p:embeddedFont>
      <p:font typeface="Canva Sans Italics" charset="1" panose="020B0503030501040103"/>
      <p:regular r:id="rId17"/>
    </p:embeddedFont>
    <p:embeddedFont>
      <p:font typeface="Ubuntu Italics" charset="1" panose="020B05040306020A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24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14" Target="../media/image12.png" Type="http://schemas.openxmlformats.org/officeDocument/2006/relationships/image"/><Relationship Id="rId15" Target="../media/image13.svg" Type="http://schemas.openxmlformats.org/officeDocument/2006/relationships/image"/><Relationship Id="rId16" Target="../media/image14.png" Type="http://schemas.openxmlformats.org/officeDocument/2006/relationships/image"/><Relationship Id="rId17" Target="../media/image15.svg" Type="http://schemas.openxmlformats.org/officeDocument/2006/relationships/image"/><Relationship Id="rId18" Target="../media/image16.png" Type="http://schemas.openxmlformats.org/officeDocument/2006/relationships/image"/><Relationship Id="rId19" Target="../media/image17.svg" Type="http://schemas.openxmlformats.org/officeDocument/2006/relationships/image"/><Relationship Id="rId2" Target="../media/image2.png" Type="http://schemas.openxmlformats.org/officeDocument/2006/relationships/image"/><Relationship Id="rId20" Target="../media/image18.png" Type="http://schemas.openxmlformats.org/officeDocument/2006/relationships/image"/><Relationship Id="rId21" Target="../media/image19.svg" Type="http://schemas.openxmlformats.org/officeDocument/2006/relationships/image"/><Relationship Id="rId22" Target="../media/image20.png" Type="http://schemas.openxmlformats.org/officeDocument/2006/relationships/image"/><Relationship Id="rId23" Target="../media/image21.svg" Type="http://schemas.openxmlformats.org/officeDocument/2006/relationships/image"/><Relationship Id="rId24" Target="../media/image22.png" Type="http://schemas.openxmlformats.org/officeDocument/2006/relationships/image"/><Relationship Id="rId25" Target="../media/image23.svg" Type="http://schemas.openxmlformats.org/officeDocument/2006/relationships/image"/><Relationship Id="rId3" Target="../media/image3.svg" Type="http://schemas.openxmlformats.org/officeDocument/2006/relationships/image"/><Relationship Id="rId4" Target="../media/image25.jpeg" Type="http://schemas.openxmlformats.org/officeDocument/2006/relationships/image"/><Relationship Id="rId5" Target="../media/image26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27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10.png" Type="http://schemas.openxmlformats.org/officeDocument/2006/relationships/image"/><Relationship Id="rId14" Target="../media/image11.svg" Type="http://schemas.openxmlformats.org/officeDocument/2006/relationships/image"/><Relationship Id="rId15" Target="../media/image12.png" Type="http://schemas.openxmlformats.org/officeDocument/2006/relationships/image"/><Relationship Id="rId16" Target="../media/image13.svg" Type="http://schemas.openxmlformats.org/officeDocument/2006/relationships/image"/><Relationship Id="rId17" Target="../media/image14.png" Type="http://schemas.openxmlformats.org/officeDocument/2006/relationships/image"/><Relationship Id="rId18" Target="../media/image15.svg" Type="http://schemas.openxmlformats.org/officeDocument/2006/relationships/image"/><Relationship Id="rId19" Target="../media/image16.png" Type="http://schemas.openxmlformats.org/officeDocument/2006/relationships/image"/><Relationship Id="rId2" Target="../media/image2.png" Type="http://schemas.openxmlformats.org/officeDocument/2006/relationships/image"/><Relationship Id="rId20" Target="../media/image17.svg" Type="http://schemas.openxmlformats.org/officeDocument/2006/relationships/image"/><Relationship Id="rId21" Target="../media/image18.png" Type="http://schemas.openxmlformats.org/officeDocument/2006/relationships/image"/><Relationship Id="rId22" Target="../media/image19.svg" Type="http://schemas.openxmlformats.org/officeDocument/2006/relationships/image"/><Relationship Id="rId23" Target="../media/image20.png" Type="http://schemas.openxmlformats.org/officeDocument/2006/relationships/image"/><Relationship Id="rId24" Target="../media/image21.svg" Type="http://schemas.openxmlformats.org/officeDocument/2006/relationships/image"/><Relationship Id="rId25" Target="../media/image22.png" Type="http://schemas.openxmlformats.org/officeDocument/2006/relationships/image"/><Relationship Id="rId26" Target="../media/image23.svg" Type="http://schemas.openxmlformats.org/officeDocument/2006/relationships/image"/><Relationship Id="rId3" Target="../media/image3.svg" Type="http://schemas.openxmlformats.org/officeDocument/2006/relationships/image"/><Relationship Id="rId4" Target="../media/image28.jpeg" Type="http://schemas.openxmlformats.org/officeDocument/2006/relationships/image"/><Relationship Id="rId5" Target="../media/image29.jpeg" Type="http://schemas.openxmlformats.org/officeDocument/2006/relationships/image"/><Relationship Id="rId6" Target="../media/image30.jpe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4.png" Type="http://schemas.openxmlformats.org/officeDocument/2006/relationships/image"/><Relationship Id="rId13" Target="../media/image5.svg" Type="http://schemas.openxmlformats.org/officeDocument/2006/relationships/image"/><Relationship Id="rId14" Target="../media/image6.png" Type="http://schemas.openxmlformats.org/officeDocument/2006/relationships/image"/><Relationship Id="rId15" Target="../media/image7.svg" Type="http://schemas.openxmlformats.org/officeDocument/2006/relationships/image"/><Relationship Id="rId16" Target="../media/image8.png" Type="http://schemas.openxmlformats.org/officeDocument/2006/relationships/image"/><Relationship Id="rId17" Target="../media/image9.svg" Type="http://schemas.openxmlformats.org/officeDocument/2006/relationships/image"/><Relationship Id="rId18" Target="../media/image10.png" Type="http://schemas.openxmlformats.org/officeDocument/2006/relationships/image"/><Relationship Id="rId19" Target="../media/image11.svg" Type="http://schemas.openxmlformats.org/officeDocument/2006/relationships/image"/><Relationship Id="rId2" Target="../media/image2.png" Type="http://schemas.openxmlformats.org/officeDocument/2006/relationships/image"/><Relationship Id="rId20" Target="../media/image12.png" Type="http://schemas.openxmlformats.org/officeDocument/2006/relationships/image"/><Relationship Id="rId21" Target="../media/image13.svg" Type="http://schemas.openxmlformats.org/officeDocument/2006/relationships/image"/><Relationship Id="rId22" Target="../media/image14.png" Type="http://schemas.openxmlformats.org/officeDocument/2006/relationships/image"/><Relationship Id="rId23" Target="../media/image15.svg" Type="http://schemas.openxmlformats.org/officeDocument/2006/relationships/image"/><Relationship Id="rId24" Target="../media/image16.png" Type="http://schemas.openxmlformats.org/officeDocument/2006/relationships/image"/><Relationship Id="rId25" Target="../media/image17.svg" Type="http://schemas.openxmlformats.org/officeDocument/2006/relationships/image"/><Relationship Id="rId26" Target="../media/image18.png" Type="http://schemas.openxmlformats.org/officeDocument/2006/relationships/image"/><Relationship Id="rId27" Target="../media/image19.svg" Type="http://schemas.openxmlformats.org/officeDocument/2006/relationships/image"/><Relationship Id="rId28" Target="../media/image20.png" Type="http://schemas.openxmlformats.org/officeDocument/2006/relationships/image"/><Relationship Id="rId29" Target="../media/image21.svg" Type="http://schemas.openxmlformats.org/officeDocument/2006/relationships/image"/><Relationship Id="rId3" Target="../media/image3.svg" Type="http://schemas.openxmlformats.org/officeDocument/2006/relationships/image"/><Relationship Id="rId30" Target="../media/image22.png" Type="http://schemas.openxmlformats.org/officeDocument/2006/relationships/image"/><Relationship Id="rId31" Target="../media/image23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14" Target="../media/image10.png" Type="http://schemas.openxmlformats.org/officeDocument/2006/relationships/image"/><Relationship Id="rId15" Target="../media/image11.svg" Type="http://schemas.openxmlformats.org/officeDocument/2006/relationships/image"/><Relationship Id="rId16" Target="../media/image12.png" Type="http://schemas.openxmlformats.org/officeDocument/2006/relationships/image"/><Relationship Id="rId17" Target="../media/image13.svg" Type="http://schemas.openxmlformats.org/officeDocument/2006/relationships/image"/><Relationship Id="rId18" Target="../media/image14.png" Type="http://schemas.openxmlformats.org/officeDocument/2006/relationships/image"/><Relationship Id="rId19" Target="../media/image15.svg" Type="http://schemas.openxmlformats.org/officeDocument/2006/relationships/image"/><Relationship Id="rId2" Target="../media/image2.png" Type="http://schemas.openxmlformats.org/officeDocument/2006/relationships/image"/><Relationship Id="rId20" Target="../media/image16.png" Type="http://schemas.openxmlformats.org/officeDocument/2006/relationships/image"/><Relationship Id="rId21" Target="../media/image17.svg" Type="http://schemas.openxmlformats.org/officeDocument/2006/relationships/image"/><Relationship Id="rId22" Target="../media/image18.png" Type="http://schemas.openxmlformats.org/officeDocument/2006/relationships/image"/><Relationship Id="rId23" Target="../media/image19.svg" Type="http://schemas.openxmlformats.org/officeDocument/2006/relationships/image"/><Relationship Id="rId24" Target="../media/image20.png" Type="http://schemas.openxmlformats.org/officeDocument/2006/relationships/image"/><Relationship Id="rId25" Target="../media/image21.svg" Type="http://schemas.openxmlformats.org/officeDocument/2006/relationships/image"/><Relationship Id="rId26" Target="../media/image22.png" Type="http://schemas.openxmlformats.org/officeDocument/2006/relationships/image"/><Relationship Id="rId27" Target="../media/image23.svg" Type="http://schemas.openxmlformats.org/officeDocument/2006/relationships/image"/><Relationship Id="rId3" Target="../media/image3.svg" Type="http://schemas.openxmlformats.org/officeDocument/2006/relationships/image"/><Relationship Id="rId4" Target="../media/image39.jpeg" Type="http://schemas.openxmlformats.org/officeDocument/2006/relationships/image"/><Relationship Id="rId5" Target="../media/image40.jpeg" Type="http://schemas.openxmlformats.org/officeDocument/2006/relationships/image"/><Relationship Id="rId6" Target="../media/image41.jpeg" Type="http://schemas.openxmlformats.org/officeDocument/2006/relationships/image"/><Relationship Id="rId7" Target="../media/image42.jpe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14" Target="../media/image12.png" Type="http://schemas.openxmlformats.org/officeDocument/2006/relationships/image"/><Relationship Id="rId15" Target="../media/image13.svg" Type="http://schemas.openxmlformats.org/officeDocument/2006/relationships/image"/><Relationship Id="rId16" Target="../media/image14.png" Type="http://schemas.openxmlformats.org/officeDocument/2006/relationships/image"/><Relationship Id="rId17" Target="../media/image15.svg" Type="http://schemas.openxmlformats.org/officeDocument/2006/relationships/image"/><Relationship Id="rId18" Target="../media/image16.png" Type="http://schemas.openxmlformats.org/officeDocument/2006/relationships/image"/><Relationship Id="rId19" Target="../media/image17.svg" Type="http://schemas.openxmlformats.org/officeDocument/2006/relationships/image"/><Relationship Id="rId2" Target="../media/image43.jpeg" Type="http://schemas.openxmlformats.org/officeDocument/2006/relationships/image"/><Relationship Id="rId20" Target="../media/image18.png" Type="http://schemas.openxmlformats.org/officeDocument/2006/relationships/image"/><Relationship Id="rId21" Target="../media/image19.svg" Type="http://schemas.openxmlformats.org/officeDocument/2006/relationships/image"/><Relationship Id="rId22" Target="../media/image20.png" Type="http://schemas.openxmlformats.org/officeDocument/2006/relationships/image"/><Relationship Id="rId23" Target="../media/image21.svg" Type="http://schemas.openxmlformats.org/officeDocument/2006/relationships/image"/><Relationship Id="rId24" Target="../media/image22.png" Type="http://schemas.openxmlformats.org/officeDocument/2006/relationships/image"/><Relationship Id="rId25" Target="../media/image23.svg" Type="http://schemas.openxmlformats.org/officeDocument/2006/relationships/image"/><Relationship Id="rId3" Target="../media/image44.jpeg" Type="http://schemas.openxmlformats.org/officeDocument/2006/relationships/image"/><Relationship Id="rId4" Target="../media/image45.jpeg" Type="http://schemas.openxmlformats.org/officeDocument/2006/relationships/image"/><Relationship Id="rId5" Target="../media/image46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47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svg" Type="http://schemas.openxmlformats.org/officeDocument/2006/relationships/image"/><Relationship Id="rId11" Target="../media/image4.png" Type="http://schemas.openxmlformats.org/officeDocument/2006/relationships/image"/><Relationship Id="rId12" Target="../media/image5.svg" Type="http://schemas.openxmlformats.org/officeDocument/2006/relationships/image"/><Relationship Id="rId13" Target="../media/image6.png" Type="http://schemas.openxmlformats.org/officeDocument/2006/relationships/image"/><Relationship Id="rId14" Target="../media/image7.svg" Type="http://schemas.openxmlformats.org/officeDocument/2006/relationships/image"/><Relationship Id="rId15" Target="../media/image8.png" Type="http://schemas.openxmlformats.org/officeDocument/2006/relationships/image"/><Relationship Id="rId16" Target="../media/image9.svg" Type="http://schemas.openxmlformats.org/officeDocument/2006/relationships/image"/><Relationship Id="rId17" Target="../media/image10.png" Type="http://schemas.openxmlformats.org/officeDocument/2006/relationships/image"/><Relationship Id="rId18" Target="../media/image11.svg" Type="http://schemas.openxmlformats.org/officeDocument/2006/relationships/image"/><Relationship Id="rId19" Target="../media/image12.png" Type="http://schemas.openxmlformats.org/officeDocument/2006/relationships/image"/><Relationship Id="rId2" Target="../media/image48.jpeg" Type="http://schemas.openxmlformats.org/officeDocument/2006/relationships/image"/><Relationship Id="rId20" Target="../media/image13.svg" Type="http://schemas.openxmlformats.org/officeDocument/2006/relationships/image"/><Relationship Id="rId21" Target="../media/image14.png" Type="http://schemas.openxmlformats.org/officeDocument/2006/relationships/image"/><Relationship Id="rId22" Target="../media/image15.svg" Type="http://schemas.openxmlformats.org/officeDocument/2006/relationships/image"/><Relationship Id="rId23" Target="../media/image16.png" Type="http://schemas.openxmlformats.org/officeDocument/2006/relationships/image"/><Relationship Id="rId24" Target="../media/image17.svg" Type="http://schemas.openxmlformats.org/officeDocument/2006/relationships/image"/><Relationship Id="rId25" Target="../media/image18.png" Type="http://schemas.openxmlformats.org/officeDocument/2006/relationships/image"/><Relationship Id="rId26" Target="../media/image19.svg" Type="http://schemas.openxmlformats.org/officeDocument/2006/relationships/image"/><Relationship Id="rId27" Target="../media/image20.png" Type="http://schemas.openxmlformats.org/officeDocument/2006/relationships/image"/><Relationship Id="rId28" Target="../media/image21.svg" Type="http://schemas.openxmlformats.org/officeDocument/2006/relationships/image"/><Relationship Id="rId29" Target="../media/image22.png" Type="http://schemas.openxmlformats.org/officeDocument/2006/relationships/image"/><Relationship Id="rId3" Target="../media/image2.png" Type="http://schemas.openxmlformats.org/officeDocument/2006/relationships/image"/><Relationship Id="rId30" Target="../media/image23.svg" Type="http://schemas.openxmlformats.org/officeDocument/2006/relationships/image"/><Relationship Id="rId4" Target="../media/image3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5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202" t="-36400" r="-22550" b="-113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6151328"/>
            <a:chOff x="0" y="0"/>
            <a:chExt cx="4816593" cy="1620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620103"/>
            </a:xfrm>
            <a:custGeom>
              <a:avLst/>
              <a:gdLst/>
              <a:ahLst/>
              <a:cxnLst/>
              <a:rect r="r" b="b" t="t" l="l"/>
              <a:pathLst>
                <a:path h="162010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20103"/>
                  </a:lnTo>
                  <a:lnTo>
                    <a:pt x="0" y="1620103"/>
                  </a:lnTo>
                  <a:close/>
                </a:path>
              </a:pathLst>
            </a:custGeom>
            <a:gradFill rotWithShape="true">
              <a:gsLst>
                <a:gs pos="0">
                  <a:srgbClr val="161A1D">
                    <a:alpha val="100000"/>
                  </a:srgbClr>
                </a:gs>
                <a:gs pos="100000">
                  <a:srgbClr val="161A1D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658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7859594"/>
            <a:ext cx="18288000" cy="2462572"/>
            <a:chOff x="0" y="0"/>
            <a:chExt cx="4816593" cy="6485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648579"/>
            </a:xfrm>
            <a:custGeom>
              <a:avLst/>
              <a:gdLst/>
              <a:ahLst/>
              <a:cxnLst/>
              <a:rect r="r" b="b" t="t" l="l"/>
              <a:pathLst>
                <a:path h="64857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8579"/>
                  </a:lnTo>
                  <a:lnTo>
                    <a:pt x="0" y="648579"/>
                  </a:lnTo>
                  <a:close/>
                </a:path>
              </a:pathLst>
            </a:custGeom>
            <a:gradFill rotWithShape="true">
              <a:gsLst>
                <a:gs pos="0">
                  <a:srgbClr val="161A1D">
                    <a:alpha val="0"/>
                  </a:srgbClr>
                </a:gs>
                <a:gs pos="100000">
                  <a:srgbClr val="161A1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686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374535" y="7687689"/>
            <a:ext cx="2273211" cy="3141222"/>
            <a:chOff x="0" y="0"/>
            <a:chExt cx="3030949" cy="418829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631987" y="932112"/>
              <a:ext cx="2398962" cy="3256184"/>
              <a:chOff x="0" y="0"/>
              <a:chExt cx="449117" cy="6096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416071" y="490097"/>
              <a:ext cx="2398962" cy="3256184"/>
              <a:chOff x="0" y="0"/>
              <a:chExt cx="449117" cy="6096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2662726" cy="3614200"/>
              <a:chOff x="0" y="0"/>
              <a:chExt cx="449117" cy="6096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9" id="19"/>
          <p:cNvSpPr/>
          <p:nvPr/>
        </p:nvSpPr>
        <p:spPr>
          <a:xfrm flipH="false" flipV="false" rot="0">
            <a:off x="14401678" y="1002762"/>
            <a:ext cx="454757" cy="454757"/>
          </a:xfrm>
          <a:custGeom>
            <a:avLst/>
            <a:gdLst/>
            <a:ahLst/>
            <a:cxnLst/>
            <a:rect r="r" b="b" t="t" l="l"/>
            <a:pathLst>
              <a:path h="454757" w="454757">
                <a:moveTo>
                  <a:pt x="0" y="0"/>
                </a:moveTo>
                <a:lnTo>
                  <a:pt x="454757" y="0"/>
                </a:lnTo>
                <a:lnTo>
                  <a:pt x="454757" y="454757"/>
                </a:lnTo>
                <a:lnTo>
                  <a:pt x="0" y="4547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50838" y="7949248"/>
            <a:ext cx="7850145" cy="15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0"/>
              </a:lnSpc>
              <a:spcBef>
                <a:spcPct val="0"/>
              </a:spcBef>
            </a:pPr>
            <a:r>
              <a:rPr lang="en-US" b="true" sz="89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CAR DEALER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043424" y="913593"/>
            <a:ext cx="2467717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BORCELLE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86759" y="8385810"/>
            <a:ext cx="6051681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Lorem ipsum dolor sit amet, consectetur adipiscing elit. Sed consectetur risus eget placerat venenatis. Phasellus faucibus nibh sit amet diam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50838" y="1071439"/>
            <a:ext cx="3487795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Pitch Deck 2025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38697" y="0"/>
            <a:ext cx="705305" cy="10287000"/>
            <a:chOff x="0" y="0"/>
            <a:chExt cx="185759" cy="27093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57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8575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38697" y="878597"/>
            <a:ext cx="705305" cy="703087"/>
            <a:chOff x="0" y="0"/>
            <a:chExt cx="185759" cy="1851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5759" cy="185175"/>
            </a:xfrm>
            <a:custGeom>
              <a:avLst/>
              <a:gdLst/>
              <a:ahLst/>
              <a:cxnLst/>
              <a:rect r="r" b="b" t="t" l="l"/>
              <a:pathLst>
                <a:path h="185175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185175"/>
                  </a:lnTo>
                  <a:lnTo>
                    <a:pt x="0" y="185175"/>
                  </a:lnTo>
                  <a:close/>
                </a:path>
              </a:pathLst>
            </a:custGeom>
            <a:solidFill>
              <a:srgbClr val="DC2F0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85759" cy="22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375398" y="1028700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12503" y="1923573"/>
            <a:ext cx="357692" cy="429543"/>
          </a:xfrm>
          <a:custGeom>
            <a:avLst/>
            <a:gdLst/>
            <a:ahLst/>
            <a:cxnLst/>
            <a:rect r="r" b="b" t="t" l="l"/>
            <a:pathLst>
              <a:path h="429543" w="357692">
                <a:moveTo>
                  <a:pt x="0" y="0"/>
                </a:moveTo>
                <a:lnTo>
                  <a:pt x="357692" y="0"/>
                </a:lnTo>
                <a:lnTo>
                  <a:pt x="357692" y="429543"/>
                </a:lnTo>
                <a:lnTo>
                  <a:pt x="0" y="4295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75398" y="2845928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12503" y="3740801"/>
            <a:ext cx="357692" cy="344685"/>
          </a:xfrm>
          <a:custGeom>
            <a:avLst/>
            <a:gdLst/>
            <a:ahLst/>
            <a:cxnLst/>
            <a:rect r="r" b="b" t="t" l="l"/>
            <a:pathLst>
              <a:path h="344685" w="357692">
                <a:moveTo>
                  <a:pt x="0" y="0"/>
                </a:moveTo>
                <a:lnTo>
                  <a:pt x="357692" y="0"/>
                </a:lnTo>
                <a:lnTo>
                  <a:pt x="357692" y="344685"/>
                </a:lnTo>
                <a:lnTo>
                  <a:pt x="0" y="3446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412503" y="4578297"/>
            <a:ext cx="394797" cy="380441"/>
          </a:xfrm>
          <a:custGeom>
            <a:avLst/>
            <a:gdLst/>
            <a:ahLst/>
            <a:cxnLst/>
            <a:rect r="r" b="b" t="t" l="l"/>
            <a:pathLst>
              <a:path h="380441" w="394797">
                <a:moveTo>
                  <a:pt x="0" y="0"/>
                </a:moveTo>
                <a:lnTo>
                  <a:pt x="394797" y="0"/>
                </a:lnTo>
                <a:lnTo>
                  <a:pt x="394797" y="380441"/>
                </a:lnTo>
                <a:lnTo>
                  <a:pt x="0" y="3804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393950" y="8842103"/>
            <a:ext cx="431903" cy="416197"/>
          </a:xfrm>
          <a:custGeom>
            <a:avLst/>
            <a:gdLst/>
            <a:ahLst/>
            <a:cxnLst/>
            <a:rect r="r" b="b" t="t" l="l"/>
            <a:pathLst>
              <a:path h="416197" w="431903">
                <a:moveTo>
                  <a:pt x="0" y="0"/>
                </a:moveTo>
                <a:lnTo>
                  <a:pt x="431903" y="0"/>
                </a:lnTo>
                <a:lnTo>
                  <a:pt x="431903" y="416197"/>
                </a:lnTo>
                <a:lnTo>
                  <a:pt x="0" y="41619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01032" y="5451550"/>
            <a:ext cx="380634" cy="377866"/>
          </a:xfrm>
          <a:custGeom>
            <a:avLst/>
            <a:gdLst/>
            <a:ahLst/>
            <a:cxnLst/>
            <a:rect r="r" b="b" t="t" l="l"/>
            <a:pathLst>
              <a:path h="377866" w="380634">
                <a:moveTo>
                  <a:pt x="0" y="0"/>
                </a:moveTo>
                <a:lnTo>
                  <a:pt x="380634" y="0"/>
                </a:lnTo>
                <a:lnTo>
                  <a:pt x="380634" y="377866"/>
                </a:lnTo>
                <a:lnTo>
                  <a:pt x="0" y="37786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393950" y="7171074"/>
            <a:ext cx="431903" cy="288197"/>
          </a:xfrm>
          <a:custGeom>
            <a:avLst/>
            <a:gdLst/>
            <a:ahLst/>
            <a:cxnLst/>
            <a:rect r="r" b="b" t="t" l="l"/>
            <a:pathLst>
              <a:path h="288197" w="431903">
                <a:moveTo>
                  <a:pt x="0" y="0"/>
                </a:moveTo>
                <a:lnTo>
                  <a:pt x="431903" y="0"/>
                </a:lnTo>
                <a:lnTo>
                  <a:pt x="431903" y="288196"/>
                </a:lnTo>
                <a:lnTo>
                  <a:pt x="0" y="28819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412503" y="7952082"/>
            <a:ext cx="394797" cy="397210"/>
          </a:xfrm>
          <a:custGeom>
            <a:avLst/>
            <a:gdLst/>
            <a:ahLst/>
            <a:cxnLst/>
            <a:rect r="r" b="b" t="t" l="l"/>
            <a:pathLst>
              <a:path h="397210" w="394797">
                <a:moveTo>
                  <a:pt x="0" y="0"/>
                </a:moveTo>
                <a:lnTo>
                  <a:pt x="394797" y="0"/>
                </a:lnTo>
                <a:lnTo>
                  <a:pt x="394797" y="397210"/>
                </a:lnTo>
                <a:lnTo>
                  <a:pt x="0" y="39721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412503" y="6322227"/>
            <a:ext cx="394797" cy="356035"/>
          </a:xfrm>
          <a:custGeom>
            <a:avLst/>
            <a:gdLst/>
            <a:ahLst/>
            <a:cxnLst/>
            <a:rect r="r" b="b" t="t" l="l"/>
            <a:pathLst>
              <a:path h="356035" w="394797">
                <a:moveTo>
                  <a:pt x="0" y="0"/>
                </a:moveTo>
                <a:lnTo>
                  <a:pt x="394797" y="0"/>
                </a:lnTo>
                <a:lnTo>
                  <a:pt x="394797" y="356035"/>
                </a:lnTo>
                <a:lnTo>
                  <a:pt x="0" y="35603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32" t="-9684" r="-300" b="-150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407680" y="6334090"/>
            <a:ext cx="7211799" cy="195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b="true" sz="74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WELCOME TO</a:t>
            </a:r>
          </a:p>
          <a:p>
            <a:pPr algn="l">
              <a:lnSpc>
                <a:spcPts val="7400"/>
              </a:lnSpc>
            </a:pPr>
            <a:r>
              <a:rPr lang="en-US" b="true" sz="74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OUR COMPANY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36255" y="8385810"/>
            <a:ext cx="6051681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Lorem ipsum dolor sit amet, consectetur adipiscing elit. Sed consectetur risus eget placerat venenatis. Phasellus faucibus nibh sit amet diam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50435" y="1002762"/>
            <a:ext cx="454757" cy="454757"/>
          </a:xfrm>
          <a:custGeom>
            <a:avLst/>
            <a:gdLst/>
            <a:ahLst/>
            <a:cxnLst/>
            <a:rect r="r" b="b" t="t" l="l"/>
            <a:pathLst>
              <a:path h="454757" w="454757">
                <a:moveTo>
                  <a:pt x="0" y="0"/>
                </a:moveTo>
                <a:lnTo>
                  <a:pt x="454757" y="0"/>
                </a:lnTo>
                <a:lnTo>
                  <a:pt x="454757" y="454757"/>
                </a:lnTo>
                <a:lnTo>
                  <a:pt x="0" y="4547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92181" y="913593"/>
            <a:ext cx="2467717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BORCELLE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764904" y="-617410"/>
            <a:ext cx="2988792" cy="4096344"/>
            <a:chOff x="0" y="0"/>
            <a:chExt cx="3985056" cy="546179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956131" y="1350540"/>
              <a:ext cx="3028925" cy="4111253"/>
              <a:chOff x="0" y="0"/>
              <a:chExt cx="449117" cy="6096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64328" lIns="64328" bIns="64328" rIns="64328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606979" y="792451"/>
              <a:ext cx="3028925" cy="4111253"/>
              <a:chOff x="0" y="0"/>
              <a:chExt cx="449117" cy="609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64328" lIns="64328" bIns="64328" rIns="64328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0"/>
              <a:ext cx="3361954" cy="4563283"/>
              <a:chOff x="0" y="0"/>
              <a:chExt cx="449117" cy="6096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64328" lIns="64328" bIns="64328" rIns="64328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238697" y="0"/>
            <a:ext cx="705305" cy="10287000"/>
            <a:chOff x="0" y="0"/>
            <a:chExt cx="185759" cy="27093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57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8575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8697" y="1786801"/>
            <a:ext cx="705305" cy="703087"/>
            <a:chOff x="0" y="0"/>
            <a:chExt cx="185759" cy="1851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5759" cy="185175"/>
            </a:xfrm>
            <a:custGeom>
              <a:avLst/>
              <a:gdLst/>
              <a:ahLst/>
              <a:cxnLst/>
              <a:rect r="r" b="b" t="t" l="l"/>
              <a:pathLst>
                <a:path h="185175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185175"/>
                  </a:lnTo>
                  <a:lnTo>
                    <a:pt x="0" y="185175"/>
                  </a:lnTo>
                  <a:close/>
                </a:path>
              </a:pathLst>
            </a:custGeom>
            <a:solidFill>
              <a:srgbClr val="DC2F0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5759" cy="22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375398" y="1028700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12503" y="1923573"/>
            <a:ext cx="357692" cy="429543"/>
          </a:xfrm>
          <a:custGeom>
            <a:avLst/>
            <a:gdLst/>
            <a:ahLst/>
            <a:cxnLst/>
            <a:rect r="r" b="b" t="t" l="l"/>
            <a:pathLst>
              <a:path h="429543" w="357692">
                <a:moveTo>
                  <a:pt x="0" y="0"/>
                </a:moveTo>
                <a:lnTo>
                  <a:pt x="357692" y="0"/>
                </a:lnTo>
                <a:lnTo>
                  <a:pt x="357692" y="429543"/>
                </a:lnTo>
                <a:lnTo>
                  <a:pt x="0" y="4295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75398" y="2845928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12503" y="3740801"/>
            <a:ext cx="357692" cy="344685"/>
          </a:xfrm>
          <a:custGeom>
            <a:avLst/>
            <a:gdLst/>
            <a:ahLst/>
            <a:cxnLst/>
            <a:rect r="r" b="b" t="t" l="l"/>
            <a:pathLst>
              <a:path h="344685" w="357692">
                <a:moveTo>
                  <a:pt x="0" y="0"/>
                </a:moveTo>
                <a:lnTo>
                  <a:pt x="357692" y="0"/>
                </a:lnTo>
                <a:lnTo>
                  <a:pt x="357692" y="344685"/>
                </a:lnTo>
                <a:lnTo>
                  <a:pt x="0" y="3446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12503" y="4578297"/>
            <a:ext cx="394797" cy="380441"/>
          </a:xfrm>
          <a:custGeom>
            <a:avLst/>
            <a:gdLst/>
            <a:ahLst/>
            <a:cxnLst/>
            <a:rect r="r" b="b" t="t" l="l"/>
            <a:pathLst>
              <a:path h="380441" w="394797">
                <a:moveTo>
                  <a:pt x="0" y="0"/>
                </a:moveTo>
                <a:lnTo>
                  <a:pt x="394797" y="0"/>
                </a:lnTo>
                <a:lnTo>
                  <a:pt x="394797" y="380441"/>
                </a:lnTo>
                <a:lnTo>
                  <a:pt x="0" y="3804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93950" y="8842103"/>
            <a:ext cx="431903" cy="416197"/>
          </a:xfrm>
          <a:custGeom>
            <a:avLst/>
            <a:gdLst/>
            <a:ahLst/>
            <a:cxnLst/>
            <a:rect r="r" b="b" t="t" l="l"/>
            <a:pathLst>
              <a:path h="416197" w="431903">
                <a:moveTo>
                  <a:pt x="0" y="0"/>
                </a:moveTo>
                <a:lnTo>
                  <a:pt x="431903" y="0"/>
                </a:lnTo>
                <a:lnTo>
                  <a:pt x="431903" y="416197"/>
                </a:lnTo>
                <a:lnTo>
                  <a:pt x="0" y="41619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01032" y="5451550"/>
            <a:ext cx="380634" cy="377866"/>
          </a:xfrm>
          <a:custGeom>
            <a:avLst/>
            <a:gdLst/>
            <a:ahLst/>
            <a:cxnLst/>
            <a:rect r="r" b="b" t="t" l="l"/>
            <a:pathLst>
              <a:path h="377866" w="380634">
                <a:moveTo>
                  <a:pt x="0" y="0"/>
                </a:moveTo>
                <a:lnTo>
                  <a:pt x="380634" y="0"/>
                </a:lnTo>
                <a:lnTo>
                  <a:pt x="380634" y="377866"/>
                </a:lnTo>
                <a:lnTo>
                  <a:pt x="0" y="37786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93950" y="7171074"/>
            <a:ext cx="431903" cy="288197"/>
          </a:xfrm>
          <a:custGeom>
            <a:avLst/>
            <a:gdLst/>
            <a:ahLst/>
            <a:cxnLst/>
            <a:rect r="r" b="b" t="t" l="l"/>
            <a:pathLst>
              <a:path h="288197" w="431903">
                <a:moveTo>
                  <a:pt x="0" y="0"/>
                </a:moveTo>
                <a:lnTo>
                  <a:pt x="431903" y="0"/>
                </a:lnTo>
                <a:lnTo>
                  <a:pt x="431903" y="288196"/>
                </a:lnTo>
                <a:lnTo>
                  <a:pt x="0" y="28819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12503" y="7952082"/>
            <a:ext cx="394797" cy="397210"/>
          </a:xfrm>
          <a:custGeom>
            <a:avLst/>
            <a:gdLst/>
            <a:ahLst/>
            <a:cxnLst/>
            <a:rect r="r" b="b" t="t" l="l"/>
            <a:pathLst>
              <a:path h="397210" w="394797">
                <a:moveTo>
                  <a:pt x="0" y="0"/>
                </a:moveTo>
                <a:lnTo>
                  <a:pt x="394797" y="0"/>
                </a:lnTo>
                <a:lnTo>
                  <a:pt x="394797" y="397210"/>
                </a:lnTo>
                <a:lnTo>
                  <a:pt x="0" y="39721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12503" y="6322227"/>
            <a:ext cx="394797" cy="356035"/>
          </a:xfrm>
          <a:custGeom>
            <a:avLst/>
            <a:gdLst/>
            <a:ahLst/>
            <a:cxnLst/>
            <a:rect r="r" b="b" t="t" l="l"/>
            <a:pathLst>
              <a:path h="356035" w="394797">
                <a:moveTo>
                  <a:pt x="0" y="0"/>
                </a:moveTo>
                <a:lnTo>
                  <a:pt x="394797" y="0"/>
                </a:lnTo>
                <a:lnTo>
                  <a:pt x="394797" y="356035"/>
                </a:lnTo>
                <a:lnTo>
                  <a:pt x="0" y="35603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0435" y="1002762"/>
            <a:ext cx="454757" cy="454757"/>
          </a:xfrm>
          <a:custGeom>
            <a:avLst/>
            <a:gdLst/>
            <a:ahLst/>
            <a:cxnLst/>
            <a:rect r="r" b="b" t="t" l="l"/>
            <a:pathLst>
              <a:path h="454757" w="454757">
                <a:moveTo>
                  <a:pt x="0" y="0"/>
                </a:moveTo>
                <a:lnTo>
                  <a:pt x="454757" y="0"/>
                </a:lnTo>
                <a:lnTo>
                  <a:pt x="454757" y="454757"/>
                </a:lnTo>
                <a:lnTo>
                  <a:pt x="0" y="454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05570" y="2076598"/>
            <a:ext cx="6080256" cy="102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b="true" sz="74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VISION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31033" y="6248840"/>
            <a:ext cx="6080256" cy="102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b="true" sz="74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MISSION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34145" y="3121808"/>
            <a:ext cx="6051681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Lorem ipsum dolor sit amet, consectetur adipiscing elit. Sed consectetur risus eget placerat venenatis. Phasellus faucibus nibh sit amet diam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59608" y="7294050"/>
            <a:ext cx="6051681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Lorem ipsum dolor sit amet, consectetur adipiscing elit. Sed consectetur risus eget placerat venenatis. Phasellus faucibus nibh sit amet diam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92181" y="913593"/>
            <a:ext cx="2467717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BORCELLE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297858" y="7260078"/>
            <a:ext cx="1969967" cy="2722186"/>
            <a:chOff x="0" y="0"/>
            <a:chExt cx="2626623" cy="362958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547681" y="807769"/>
              <a:ext cx="2078942" cy="2821812"/>
              <a:chOff x="0" y="0"/>
              <a:chExt cx="449117" cy="6096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60567" y="424718"/>
              <a:ext cx="2078942" cy="2821812"/>
              <a:chOff x="0" y="0"/>
              <a:chExt cx="449117" cy="609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307521" cy="3132069"/>
              <a:chOff x="0" y="0"/>
              <a:chExt cx="449117" cy="6096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15117708" y="2830786"/>
            <a:ext cx="1969967" cy="2722186"/>
            <a:chOff x="0" y="0"/>
            <a:chExt cx="2626623" cy="362958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547681" y="807769"/>
              <a:ext cx="2078942" cy="2821812"/>
              <a:chOff x="0" y="0"/>
              <a:chExt cx="449117" cy="6096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360567" y="424718"/>
              <a:ext cx="2078942" cy="2821812"/>
              <a:chOff x="0" y="0"/>
              <a:chExt cx="449117" cy="6096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0"/>
              <a:ext cx="2307521" cy="3132069"/>
              <a:chOff x="0" y="0"/>
              <a:chExt cx="449117" cy="6096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9217474" y="850155"/>
            <a:ext cx="1969967" cy="2722186"/>
            <a:chOff x="0" y="0"/>
            <a:chExt cx="2626623" cy="3629581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547681" y="807769"/>
              <a:ext cx="2078942" cy="2821812"/>
              <a:chOff x="0" y="0"/>
              <a:chExt cx="449117" cy="6096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360567" y="424718"/>
              <a:ext cx="2078942" cy="2821812"/>
              <a:chOff x="0" y="0"/>
              <a:chExt cx="449117" cy="6096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0"/>
              <a:ext cx="2307521" cy="3132069"/>
              <a:chOff x="0" y="0"/>
              <a:chExt cx="449117" cy="6096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1611139" y="5229225"/>
            <a:ext cx="1969967" cy="2722186"/>
            <a:chOff x="0" y="0"/>
            <a:chExt cx="2626623" cy="3629581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547681" y="807769"/>
              <a:ext cx="2078942" cy="2821812"/>
              <a:chOff x="0" y="0"/>
              <a:chExt cx="449117" cy="6096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360567" y="424718"/>
              <a:ext cx="2078942" cy="2821812"/>
              <a:chOff x="0" y="0"/>
              <a:chExt cx="449117" cy="6096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0"/>
              <a:ext cx="2307521" cy="3132069"/>
              <a:chOff x="0" y="0"/>
              <a:chExt cx="449117" cy="6096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48" id="48"/>
          <p:cNvGrpSpPr/>
          <p:nvPr/>
        </p:nvGrpSpPr>
        <p:grpSpPr>
          <a:xfrm rot="0">
            <a:off x="8824160" y="1002762"/>
            <a:ext cx="8435140" cy="3941547"/>
            <a:chOff x="0" y="0"/>
            <a:chExt cx="1304579" cy="60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04579" cy="609600"/>
            </a:xfrm>
            <a:custGeom>
              <a:avLst/>
              <a:gdLst/>
              <a:ahLst/>
              <a:cxnLst/>
              <a:rect r="r" b="b" t="t" l="l"/>
              <a:pathLst>
                <a:path h="609600" w="1304579">
                  <a:moveTo>
                    <a:pt x="203200" y="0"/>
                  </a:moveTo>
                  <a:lnTo>
                    <a:pt x="1304579" y="0"/>
                  </a:lnTo>
                  <a:lnTo>
                    <a:pt x="110137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/>
              <a:stretch>
                <a:fillRect l="0" t="-42571" r="0" b="-28632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44151" y="5425183"/>
            <a:ext cx="8203094" cy="3833117"/>
            <a:chOff x="0" y="0"/>
            <a:chExt cx="1304579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04579" cy="609600"/>
            </a:xfrm>
            <a:custGeom>
              <a:avLst/>
              <a:gdLst/>
              <a:ahLst/>
              <a:cxnLst/>
              <a:rect r="r" b="b" t="t" l="l"/>
              <a:pathLst>
                <a:path h="609600" w="1304579">
                  <a:moveTo>
                    <a:pt x="203200" y="0"/>
                  </a:moveTo>
                  <a:lnTo>
                    <a:pt x="1304579" y="0"/>
                  </a:lnTo>
                  <a:lnTo>
                    <a:pt x="110137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5"/>
              <a:stretch>
                <a:fillRect l="-5051" t="-30846" r="0" b="-18937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38697" y="0"/>
            <a:ext cx="705305" cy="10287000"/>
            <a:chOff x="0" y="0"/>
            <a:chExt cx="185759" cy="270933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57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8575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38697" y="2704940"/>
            <a:ext cx="705305" cy="703087"/>
            <a:chOff x="0" y="0"/>
            <a:chExt cx="185759" cy="1851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5759" cy="185175"/>
            </a:xfrm>
            <a:custGeom>
              <a:avLst/>
              <a:gdLst/>
              <a:ahLst/>
              <a:cxnLst/>
              <a:rect r="r" b="b" t="t" l="l"/>
              <a:pathLst>
                <a:path h="185175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185175"/>
                  </a:lnTo>
                  <a:lnTo>
                    <a:pt x="0" y="185175"/>
                  </a:lnTo>
                  <a:close/>
                </a:path>
              </a:pathLst>
            </a:custGeom>
            <a:solidFill>
              <a:srgbClr val="DC2F02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85759" cy="22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375398" y="1028700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412503" y="1923573"/>
            <a:ext cx="357692" cy="429543"/>
          </a:xfrm>
          <a:custGeom>
            <a:avLst/>
            <a:gdLst/>
            <a:ahLst/>
            <a:cxnLst/>
            <a:rect r="r" b="b" t="t" l="l"/>
            <a:pathLst>
              <a:path h="429543" w="357692">
                <a:moveTo>
                  <a:pt x="0" y="0"/>
                </a:moveTo>
                <a:lnTo>
                  <a:pt x="357692" y="0"/>
                </a:lnTo>
                <a:lnTo>
                  <a:pt x="357692" y="429543"/>
                </a:lnTo>
                <a:lnTo>
                  <a:pt x="0" y="4295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375398" y="2845928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412503" y="3740801"/>
            <a:ext cx="357692" cy="344685"/>
          </a:xfrm>
          <a:custGeom>
            <a:avLst/>
            <a:gdLst/>
            <a:ahLst/>
            <a:cxnLst/>
            <a:rect r="r" b="b" t="t" l="l"/>
            <a:pathLst>
              <a:path h="344685" w="357692">
                <a:moveTo>
                  <a:pt x="0" y="0"/>
                </a:moveTo>
                <a:lnTo>
                  <a:pt x="357692" y="0"/>
                </a:lnTo>
                <a:lnTo>
                  <a:pt x="357692" y="344685"/>
                </a:lnTo>
                <a:lnTo>
                  <a:pt x="0" y="3446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412503" y="4578297"/>
            <a:ext cx="394797" cy="380441"/>
          </a:xfrm>
          <a:custGeom>
            <a:avLst/>
            <a:gdLst/>
            <a:ahLst/>
            <a:cxnLst/>
            <a:rect r="r" b="b" t="t" l="l"/>
            <a:pathLst>
              <a:path h="380441" w="394797">
                <a:moveTo>
                  <a:pt x="0" y="0"/>
                </a:moveTo>
                <a:lnTo>
                  <a:pt x="394797" y="0"/>
                </a:lnTo>
                <a:lnTo>
                  <a:pt x="394797" y="380441"/>
                </a:lnTo>
                <a:lnTo>
                  <a:pt x="0" y="3804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393950" y="8842103"/>
            <a:ext cx="431903" cy="416197"/>
          </a:xfrm>
          <a:custGeom>
            <a:avLst/>
            <a:gdLst/>
            <a:ahLst/>
            <a:cxnLst/>
            <a:rect r="r" b="b" t="t" l="l"/>
            <a:pathLst>
              <a:path h="416197" w="431903">
                <a:moveTo>
                  <a:pt x="0" y="0"/>
                </a:moveTo>
                <a:lnTo>
                  <a:pt x="431903" y="0"/>
                </a:lnTo>
                <a:lnTo>
                  <a:pt x="431903" y="416197"/>
                </a:lnTo>
                <a:lnTo>
                  <a:pt x="0" y="4161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401032" y="5451550"/>
            <a:ext cx="380634" cy="377866"/>
          </a:xfrm>
          <a:custGeom>
            <a:avLst/>
            <a:gdLst/>
            <a:ahLst/>
            <a:cxnLst/>
            <a:rect r="r" b="b" t="t" l="l"/>
            <a:pathLst>
              <a:path h="377866" w="380634">
                <a:moveTo>
                  <a:pt x="0" y="0"/>
                </a:moveTo>
                <a:lnTo>
                  <a:pt x="380634" y="0"/>
                </a:lnTo>
                <a:lnTo>
                  <a:pt x="380634" y="377866"/>
                </a:lnTo>
                <a:lnTo>
                  <a:pt x="0" y="37786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393950" y="7171074"/>
            <a:ext cx="431903" cy="288197"/>
          </a:xfrm>
          <a:custGeom>
            <a:avLst/>
            <a:gdLst/>
            <a:ahLst/>
            <a:cxnLst/>
            <a:rect r="r" b="b" t="t" l="l"/>
            <a:pathLst>
              <a:path h="288197" w="431903">
                <a:moveTo>
                  <a:pt x="0" y="0"/>
                </a:moveTo>
                <a:lnTo>
                  <a:pt x="431903" y="0"/>
                </a:lnTo>
                <a:lnTo>
                  <a:pt x="431903" y="288196"/>
                </a:lnTo>
                <a:lnTo>
                  <a:pt x="0" y="28819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412503" y="7952082"/>
            <a:ext cx="394797" cy="397210"/>
          </a:xfrm>
          <a:custGeom>
            <a:avLst/>
            <a:gdLst/>
            <a:ahLst/>
            <a:cxnLst/>
            <a:rect r="r" b="b" t="t" l="l"/>
            <a:pathLst>
              <a:path h="397210" w="394797">
                <a:moveTo>
                  <a:pt x="0" y="0"/>
                </a:moveTo>
                <a:lnTo>
                  <a:pt x="394797" y="0"/>
                </a:lnTo>
                <a:lnTo>
                  <a:pt x="394797" y="397210"/>
                </a:lnTo>
                <a:lnTo>
                  <a:pt x="0" y="39721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412503" y="6322227"/>
            <a:ext cx="394797" cy="356035"/>
          </a:xfrm>
          <a:custGeom>
            <a:avLst/>
            <a:gdLst/>
            <a:ahLst/>
            <a:cxnLst/>
            <a:rect r="r" b="b" t="t" l="l"/>
            <a:pathLst>
              <a:path h="356035" w="394797">
                <a:moveTo>
                  <a:pt x="0" y="0"/>
                </a:moveTo>
                <a:lnTo>
                  <a:pt x="394797" y="0"/>
                </a:lnTo>
                <a:lnTo>
                  <a:pt x="394797" y="356035"/>
                </a:lnTo>
                <a:lnTo>
                  <a:pt x="0" y="35603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7231131"/>
            <a:chOff x="0" y="0"/>
            <a:chExt cx="4816593" cy="19044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904495"/>
            </a:xfrm>
            <a:custGeom>
              <a:avLst/>
              <a:gdLst/>
              <a:ahLst/>
              <a:cxnLst/>
              <a:rect r="r" b="b" t="t" l="l"/>
              <a:pathLst>
                <a:path h="190449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04495"/>
                  </a:lnTo>
                  <a:lnTo>
                    <a:pt x="0" y="1904495"/>
                  </a:lnTo>
                  <a:close/>
                </a:path>
              </a:pathLst>
            </a:custGeom>
            <a:gradFill rotWithShape="true">
              <a:gsLst>
                <a:gs pos="0">
                  <a:srgbClr val="161A1D">
                    <a:alpha val="100000"/>
                  </a:srgbClr>
                </a:gs>
                <a:gs pos="100000">
                  <a:srgbClr val="161A1D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942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50435" y="1002762"/>
            <a:ext cx="454757" cy="454757"/>
          </a:xfrm>
          <a:custGeom>
            <a:avLst/>
            <a:gdLst/>
            <a:ahLst/>
            <a:cxnLst/>
            <a:rect r="r" b="b" t="t" l="l"/>
            <a:pathLst>
              <a:path h="454757" w="454757">
                <a:moveTo>
                  <a:pt x="0" y="0"/>
                </a:moveTo>
                <a:lnTo>
                  <a:pt x="454757" y="0"/>
                </a:lnTo>
                <a:lnTo>
                  <a:pt x="454757" y="454757"/>
                </a:lnTo>
                <a:lnTo>
                  <a:pt x="0" y="4547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1450435" y="6525295"/>
            <a:ext cx="17104211" cy="0"/>
          </a:xfrm>
          <a:prstGeom prst="line">
            <a:avLst/>
          </a:prstGeom>
          <a:ln cap="rnd" w="19050">
            <a:gradFill>
              <a:gsLst>
                <a:gs pos="0">
                  <a:srgbClr val="F5F3F4">
                    <a:alpha val="100000"/>
                  </a:srgbClr>
                </a:gs>
                <a:gs pos="100000">
                  <a:srgbClr val="F5F3F4">
                    <a:alpha val="0"/>
                  </a:srgbClr>
                </a:gs>
              </a:gsLst>
              <a:lin ang="2700000"/>
            </a:gradFill>
            <a:prstDash val="lgDash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677814" y="5248538"/>
            <a:ext cx="2755032" cy="859221"/>
            <a:chOff x="0" y="0"/>
            <a:chExt cx="1954639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4639" cy="609600"/>
            </a:xfrm>
            <a:custGeom>
              <a:avLst/>
              <a:gdLst/>
              <a:ahLst/>
              <a:cxnLst/>
              <a:rect r="r" b="b" t="t" l="l"/>
              <a:pathLst>
                <a:path h="609600" w="1954639">
                  <a:moveTo>
                    <a:pt x="203200" y="0"/>
                  </a:moveTo>
                  <a:lnTo>
                    <a:pt x="1954639" y="0"/>
                  </a:lnTo>
                  <a:lnTo>
                    <a:pt x="175143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F5F3F4">
                      <a:alpha val="100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1751439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563086" y="5248538"/>
            <a:ext cx="2755032" cy="859221"/>
            <a:chOff x="0" y="0"/>
            <a:chExt cx="1954639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4639" cy="609600"/>
            </a:xfrm>
            <a:custGeom>
              <a:avLst/>
              <a:gdLst/>
              <a:ahLst/>
              <a:cxnLst/>
              <a:rect r="r" b="b" t="t" l="l"/>
              <a:pathLst>
                <a:path h="609600" w="1954639">
                  <a:moveTo>
                    <a:pt x="203200" y="0"/>
                  </a:moveTo>
                  <a:lnTo>
                    <a:pt x="1954639" y="0"/>
                  </a:lnTo>
                  <a:lnTo>
                    <a:pt x="175143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F5F3F4">
                      <a:alpha val="100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1751439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84403" y="6748546"/>
            <a:ext cx="2755032" cy="859221"/>
            <a:chOff x="0" y="0"/>
            <a:chExt cx="1954639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4639" cy="609600"/>
            </a:xfrm>
            <a:custGeom>
              <a:avLst/>
              <a:gdLst/>
              <a:ahLst/>
              <a:cxnLst/>
              <a:rect r="r" b="b" t="t" l="l"/>
              <a:pathLst>
                <a:path h="609600" w="1954639">
                  <a:moveTo>
                    <a:pt x="203200" y="0"/>
                  </a:moveTo>
                  <a:lnTo>
                    <a:pt x="1954639" y="0"/>
                  </a:lnTo>
                  <a:lnTo>
                    <a:pt x="175143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F5F3F4">
                      <a:alpha val="100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1751439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50435" y="5391764"/>
            <a:ext cx="2755032" cy="859221"/>
            <a:chOff x="0" y="0"/>
            <a:chExt cx="1954639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4639" cy="609600"/>
            </a:xfrm>
            <a:custGeom>
              <a:avLst/>
              <a:gdLst/>
              <a:ahLst/>
              <a:cxnLst/>
              <a:rect r="r" b="b" t="t" l="l"/>
              <a:pathLst>
                <a:path h="609600" w="1954639">
                  <a:moveTo>
                    <a:pt x="203200" y="0"/>
                  </a:moveTo>
                  <a:lnTo>
                    <a:pt x="1954639" y="0"/>
                  </a:lnTo>
                  <a:lnTo>
                    <a:pt x="175143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1751439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92017" y="5391764"/>
            <a:ext cx="2825190" cy="859221"/>
            <a:chOff x="0" y="0"/>
            <a:chExt cx="2004414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04414" cy="609600"/>
            </a:xfrm>
            <a:custGeom>
              <a:avLst/>
              <a:gdLst/>
              <a:ahLst/>
              <a:cxnLst/>
              <a:rect r="r" b="b" t="t" l="l"/>
              <a:pathLst>
                <a:path h="609600" w="2004414">
                  <a:moveTo>
                    <a:pt x="203200" y="0"/>
                  </a:moveTo>
                  <a:lnTo>
                    <a:pt x="2004414" y="0"/>
                  </a:lnTo>
                  <a:lnTo>
                    <a:pt x="180121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38100"/>
              <a:ext cx="1801214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83832" y="6854494"/>
            <a:ext cx="2755032" cy="859221"/>
            <a:chOff x="0" y="0"/>
            <a:chExt cx="1954639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54639" cy="609600"/>
            </a:xfrm>
            <a:custGeom>
              <a:avLst/>
              <a:gdLst/>
              <a:ahLst/>
              <a:cxnLst/>
              <a:rect r="r" b="b" t="t" l="l"/>
              <a:pathLst>
                <a:path h="609600" w="1954639">
                  <a:moveTo>
                    <a:pt x="203200" y="0"/>
                  </a:moveTo>
                  <a:lnTo>
                    <a:pt x="1954639" y="0"/>
                  </a:lnTo>
                  <a:lnTo>
                    <a:pt x="175143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38100"/>
              <a:ext cx="1751439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318118" y="9184365"/>
            <a:ext cx="1971087" cy="2723734"/>
            <a:chOff x="0" y="0"/>
            <a:chExt cx="2628117" cy="363164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547992" y="808229"/>
              <a:ext cx="2080125" cy="2823417"/>
              <a:chOff x="0" y="0"/>
              <a:chExt cx="449117" cy="6096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60772" y="424960"/>
              <a:ext cx="2080125" cy="2823417"/>
              <a:chOff x="0" y="0"/>
              <a:chExt cx="449117" cy="6096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0"/>
              <a:ext cx="2308833" cy="3133850"/>
              <a:chOff x="0" y="0"/>
              <a:chExt cx="449117" cy="6096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16438911" y="8226460"/>
            <a:ext cx="1971087" cy="2723734"/>
            <a:chOff x="0" y="0"/>
            <a:chExt cx="2628117" cy="3631646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547992" y="808229"/>
              <a:ext cx="2080125" cy="2823417"/>
              <a:chOff x="0" y="0"/>
              <a:chExt cx="449117" cy="6096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360772" y="424960"/>
              <a:ext cx="2080125" cy="2823417"/>
              <a:chOff x="0" y="0"/>
              <a:chExt cx="449117" cy="6096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0"/>
              <a:ext cx="2308833" cy="3133850"/>
              <a:chOff x="0" y="0"/>
              <a:chExt cx="449117" cy="6096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46" id="46"/>
          <p:cNvGrpSpPr/>
          <p:nvPr/>
        </p:nvGrpSpPr>
        <p:grpSpPr>
          <a:xfrm rot="0">
            <a:off x="1450435" y="6426751"/>
            <a:ext cx="197088" cy="197088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3F4"/>
            </a:solidFill>
            <a:ln cap="sq">
              <a:noFill/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176428" y="6426751"/>
            <a:ext cx="197088" cy="197088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3F4"/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594657" y="6426751"/>
            <a:ext cx="197088" cy="197088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3F4"/>
            </a:solidFill>
            <a:ln cap="sq">
              <a:noFill/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2092181" y="913593"/>
            <a:ext cx="2467717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BORCELLE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50435" y="1750710"/>
            <a:ext cx="7693565" cy="195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b="true" sz="74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OUR COMPANY</a:t>
            </a:r>
          </a:p>
          <a:p>
            <a:pPr algn="l">
              <a:lnSpc>
                <a:spcPts val="7400"/>
              </a:lnSpc>
            </a:pPr>
            <a:r>
              <a:rPr lang="en-US" b="true" sz="74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HISTORY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905192" y="5582614"/>
            <a:ext cx="2894719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00"/>
              </a:lnSpc>
              <a:spcBef>
                <a:spcPct val="0"/>
              </a:spcBef>
            </a:pPr>
            <a:r>
              <a:rPr lang="en-US" b="true" sz="3800" i="true" strike="noStrike" u="none">
                <a:solidFill>
                  <a:srgbClr val="F5F3F4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1998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758354" y="5582614"/>
            <a:ext cx="2968434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00"/>
              </a:lnSpc>
              <a:spcBef>
                <a:spcPct val="0"/>
              </a:spcBef>
            </a:pPr>
            <a:r>
              <a:rPr lang="en-US" b="true" sz="3800" i="true">
                <a:solidFill>
                  <a:srgbClr val="F5F3F4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2020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338589" y="7045344"/>
            <a:ext cx="2894719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00"/>
              </a:lnSpc>
              <a:spcBef>
                <a:spcPct val="0"/>
              </a:spcBef>
            </a:pPr>
            <a:r>
              <a:rPr lang="en-US" b="true" sz="3800" i="true">
                <a:solidFill>
                  <a:srgbClr val="F5F3F4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2010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745560" y="6791995"/>
            <a:ext cx="4757271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Lorem ipsum dolor sit amet, consectetur adipiscing elit. Sed consectetur risus eget placerat venenatis. Phasellus faucibus nibh sit amet diam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594657" y="6791995"/>
            <a:ext cx="4859637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Lorem ipsum dolor sit amet, consectetur adipiscing elit. Sed consectetur risus eget placerat venenatis. Phasellus faucibus nibh sit amet diam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176428" y="4798707"/>
            <a:ext cx="4738958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Lorem ipsum dolor sit amet, consectetur adipiscing elit. Sed consectetur risus eget placerat venenatis. Phasellus faucibus nibh sit amet diam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447069" y="2241883"/>
            <a:ext cx="6515086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Lorem ipsum dolor sit amet, consectetur adipiscing elit. Sed consectetur risus eget placerat venenatis. Phasellus faucibus nibh sit amet diam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238697" y="0"/>
            <a:ext cx="705305" cy="10287000"/>
            <a:chOff x="0" y="0"/>
            <a:chExt cx="185759" cy="270933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57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8575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38697" y="3561600"/>
            <a:ext cx="705305" cy="703087"/>
            <a:chOff x="0" y="0"/>
            <a:chExt cx="185759" cy="18517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85759" cy="185175"/>
            </a:xfrm>
            <a:custGeom>
              <a:avLst/>
              <a:gdLst/>
              <a:ahLst/>
              <a:cxnLst/>
              <a:rect r="r" b="b" t="t" l="l"/>
              <a:pathLst>
                <a:path h="185175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185175"/>
                  </a:lnTo>
                  <a:lnTo>
                    <a:pt x="0" y="185175"/>
                  </a:lnTo>
                  <a:close/>
                </a:path>
              </a:pathLst>
            </a:custGeom>
            <a:solidFill>
              <a:srgbClr val="DC2F02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85759" cy="22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375398" y="1028700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412503" y="1923573"/>
            <a:ext cx="357692" cy="429543"/>
          </a:xfrm>
          <a:custGeom>
            <a:avLst/>
            <a:gdLst/>
            <a:ahLst/>
            <a:cxnLst/>
            <a:rect r="r" b="b" t="t" l="l"/>
            <a:pathLst>
              <a:path h="429543" w="357692">
                <a:moveTo>
                  <a:pt x="0" y="0"/>
                </a:moveTo>
                <a:lnTo>
                  <a:pt x="357692" y="0"/>
                </a:lnTo>
                <a:lnTo>
                  <a:pt x="357692" y="429543"/>
                </a:lnTo>
                <a:lnTo>
                  <a:pt x="0" y="4295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375398" y="2845928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412503" y="3740801"/>
            <a:ext cx="357692" cy="344685"/>
          </a:xfrm>
          <a:custGeom>
            <a:avLst/>
            <a:gdLst/>
            <a:ahLst/>
            <a:cxnLst/>
            <a:rect r="r" b="b" t="t" l="l"/>
            <a:pathLst>
              <a:path h="344685" w="357692">
                <a:moveTo>
                  <a:pt x="0" y="0"/>
                </a:moveTo>
                <a:lnTo>
                  <a:pt x="357692" y="0"/>
                </a:lnTo>
                <a:lnTo>
                  <a:pt x="357692" y="344685"/>
                </a:lnTo>
                <a:lnTo>
                  <a:pt x="0" y="3446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412503" y="4578297"/>
            <a:ext cx="394797" cy="380441"/>
          </a:xfrm>
          <a:custGeom>
            <a:avLst/>
            <a:gdLst/>
            <a:ahLst/>
            <a:cxnLst/>
            <a:rect r="r" b="b" t="t" l="l"/>
            <a:pathLst>
              <a:path h="380441" w="394797">
                <a:moveTo>
                  <a:pt x="0" y="0"/>
                </a:moveTo>
                <a:lnTo>
                  <a:pt x="394797" y="0"/>
                </a:lnTo>
                <a:lnTo>
                  <a:pt x="394797" y="380441"/>
                </a:lnTo>
                <a:lnTo>
                  <a:pt x="0" y="3804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393950" y="8842103"/>
            <a:ext cx="431903" cy="416197"/>
          </a:xfrm>
          <a:custGeom>
            <a:avLst/>
            <a:gdLst/>
            <a:ahLst/>
            <a:cxnLst/>
            <a:rect r="r" b="b" t="t" l="l"/>
            <a:pathLst>
              <a:path h="416197" w="431903">
                <a:moveTo>
                  <a:pt x="0" y="0"/>
                </a:moveTo>
                <a:lnTo>
                  <a:pt x="431903" y="0"/>
                </a:lnTo>
                <a:lnTo>
                  <a:pt x="431903" y="416197"/>
                </a:lnTo>
                <a:lnTo>
                  <a:pt x="0" y="41619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401032" y="5451550"/>
            <a:ext cx="380634" cy="377866"/>
          </a:xfrm>
          <a:custGeom>
            <a:avLst/>
            <a:gdLst/>
            <a:ahLst/>
            <a:cxnLst/>
            <a:rect r="r" b="b" t="t" l="l"/>
            <a:pathLst>
              <a:path h="377866" w="380634">
                <a:moveTo>
                  <a:pt x="0" y="0"/>
                </a:moveTo>
                <a:lnTo>
                  <a:pt x="380634" y="0"/>
                </a:lnTo>
                <a:lnTo>
                  <a:pt x="380634" y="377866"/>
                </a:lnTo>
                <a:lnTo>
                  <a:pt x="0" y="37786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393950" y="7171074"/>
            <a:ext cx="431903" cy="288197"/>
          </a:xfrm>
          <a:custGeom>
            <a:avLst/>
            <a:gdLst/>
            <a:ahLst/>
            <a:cxnLst/>
            <a:rect r="r" b="b" t="t" l="l"/>
            <a:pathLst>
              <a:path h="288197" w="431903">
                <a:moveTo>
                  <a:pt x="0" y="0"/>
                </a:moveTo>
                <a:lnTo>
                  <a:pt x="431903" y="0"/>
                </a:lnTo>
                <a:lnTo>
                  <a:pt x="431903" y="288196"/>
                </a:lnTo>
                <a:lnTo>
                  <a:pt x="0" y="28819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412503" y="7952082"/>
            <a:ext cx="394797" cy="397210"/>
          </a:xfrm>
          <a:custGeom>
            <a:avLst/>
            <a:gdLst/>
            <a:ahLst/>
            <a:cxnLst/>
            <a:rect r="r" b="b" t="t" l="l"/>
            <a:pathLst>
              <a:path h="397210" w="394797">
                <a:moveTo>
                  <a:pt x="0" y="0"/>
                </a:moveTo>
                <a:lnTo>
                  <a:pt x="394797" y="0"/>
                </a:lnTo>
                <a:lnTo>
                  <a:pt x="394797" y="397210"/>
                </a:lnTo>
                <a:lnTo>
                  <a:pt x="0" y="39721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412503" y="6322227"/>
            <a:ext cx="394797" cy="356035"/>
          </a:xfrm>
          <a:custGeom>
            <a:avLst/>
            <a:gdLst/>
            <a:ahLst/>
            <a:cxnLst/>
            <a:rect r="r" b="b" t="t" l="l"/>
            <a:pathLst>
              <a:path h="356035" w="394797">
                <a:moveTo>
                  <a:pt x="0" y="0"/>
                </a:moveTo>
                <a:lnTo>
                  <a:pt x="394797" y="0"/>
                </a:lnTo>
                <a:lnTo>
                  <a:pt x="394797" y="356035"/>
                </a:lnTo>
                <a:lnTo>
                  <a:pt x="0" y="35603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0435" y="1002762"/>
            <a:ext cx="454757" cy="454757"/>
          </a:xfrm>
          <a:custGeom>
            <a:avLst/>
            <a:gdLst/>
            <a:ahLst/>
            <a:cxnLst/>
            <a:rect r="r" b="b" t="t" l="l"/>
            <a:pathLst>
              <a:path h="454757" w="454757">
                <a:moveTo>
                  <a:pt x="0" y="0"/>
                </a:moveTo>
                <a:lnTo>
                  <a:pt x="454757" y="0"/>
                </a:lnTo>
                <a:lnTo>
                  <a:pt x="454757" y="454757"/>
                </a:lnTo>
                <a:lnTo>
                  <a:pt x="0" y="454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2181" y="913593"/>
            <a:ext cx="2467717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BORCELLE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0435" y="1750710"/>
            <a:ext cx="7683889" cy="195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b="true" sz="74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VARIOUS TYPE</a:t>
            </a:r>
          </a:p>
          <a:p>
            <a:pPr algn="l">
              <a:lnSpc>
                <a:spcPts val="7400"/>
              </a:lnSpc>
            </a:pPr>
            <a:r>
              <a:rPr lang="en-US" b="true" sz="74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OF CARS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59662" y="1085850"/>
            <a:ext cx="1748831" cy="2373742"/>
            <a:chOff x="0" y="0"/>
            <a:chExt cx="449117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117" cy="609600"/>
            </a:xfrm>
            <a:custGeom>
              <a:avLst/>
              <a:gdLst/>
              <a:ahLst/>
              <a:cxnLst/>
              <a:rect r="r" b="b" t="t" l="l"/>
              <a:pathLst>
                <a:path h="609600" w="449117">
                  <a:moveTo>
                    <a:pt x="203200" y="0"/>
                  </a:moveTo>
                  <a:lnTo>
                    <a:pt x="449117" y="0"/>
                  </a:lnTo>
                  <a:lnTo>
                    <a:pt x="24591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45917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82566" y="3223323"/>
            <a:ext cx="1676734" cy="2316984"/>
            <a:chOff x="0" y="0"/>
            <a:chExt cx="2235646" cy="308931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466157" y="687532"/>
              <a:ext cx="1769488" cy="2401781"/>
              <a:chOff x="0" y="0"/>
              <a:chExt cx="449117" cy="6096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06896" y="361498"/>
              <a:ext cx="1769488" cy="2401781"/>
              <a:chOff x="0" y="0"/>
              <a:chExt cx="449117" cy="609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1964043" cy="2665855"/>
              <a:chOff x="0" y="0"/>
              <a:chExt cx="449117" cy="6096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9134324" y="1229731"/>
            <a:ext cx="8435140" cy="3941547"/>
            <a:chOff x="0" y="0"/>
            <a:chExt cx="1304579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04579" cy="609600"/>
            </a:xfrm>
            <a:custGeom>
              <a:avLst/>
              <a:gdLst/>
              <a:ahLst/>
              <a:cxnLst/>
              <a:rect r="r" b="b" t="t" l="l"/>
              <a:pathLst>
                <a:path h="609600" w="1304579">
                  <a:moveTo>
                    <a:pt x="203200" y="0"/>
                  </a:moveTo>
                  <a:lnTo>
                    <a:pt x="1304579" y="0"/>
                  </a:lnTo>
                  <a:lnTo>
                    <a:pt x="110137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/>
              <a:stretch>
                <a:fillRect l="0" t="-21335" r="0" b="-2133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533840" y="5399878"/>
            <a:ext cx="1748831" cy="2373742"/>
            <a:chOff x="0" y="0"/>
            <a:chExt cx="449117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9117" cy="609600"/>
            </a:xfrm>
            <a:custGeom>
              <a:avLst/>
              <a:gdLst/>
              <a:ahLst/>
              <a:cxnLst/>
              <a:rect r="r" b="b" t="t" l="l"/>
              <a:pathLst>
                <a:path h="609600" w="449117">
                  <a:moveTo>
                    <a:pt x="203200" y="0"/>
                  </a:moveTo>
                  <a:lnTo>
                    <a:pt x="449117" y="0"/>
                  </a:lnTo>
                  <a:lnTo>
                    <a:pt x="24591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38100"/>
              <a:ext cx="245917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50435" y="5399878"/>
            <a:ext cx="1748831" cy="2373742"/>
            <a:chOff x="0" y="0"/>
            <a:chExt cx="449117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9117" cy="609600"/>
            </a:xfrm>
            <a:custGeom>
              <a:avLst/>
              <a:gdLst/>
              <a:ahLst/>
              <a:cxnLst/>
              <a:rect r="r" b="b" t="t" l="l"/>
              <a:pathLst>
                <a:path h="609600" w="449117">
                  <a:moveTo>
                    <a:pt x="203200" y="0"/>
                  </a:moveTo>
                  <a:lnTo>
                    <a:pt x="449117" y="0"/>
                  </a:lnTo>
                  <a:lnTo>
                    <a:pt x="24591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38100"/>
              <a:ext cx="245917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467266" y="7535744"/>
            <a:ext cx="1676734" cy="2316984"/>
            <a:chOff x="0" y="0"/>
            <a:chExt cx="2235646" cy="308931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466157" y="687532"/>
              <a:ext cx="1769488" cy="2401781"/>
              <a:chOff x="0" y="0"/>
              <a:chExt cx="449117" cy="6096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06896" y="361498"/>
              <a:ext cx="1769488" cy="2401781"/>
              <a:chOff x="0" y="0"/>
              <a:chExt cx="449117" cy="6096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0"/>
              <a:ext cx="1964043" cy="2665855"/>
              <a:chOff x="0" y="0"/>
              <a:chExt cx="449117" cy="6096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15582566" y="7535744"/>
            <a:ext cx="1676734" cy="2316984"/>
            <a:chOff x="0" y="0"/>
            <a:chExt cx="2235646" cy="3089312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466157" y="687532"/>
              <a:ext cx="1769488" cy="2401781"/>
              <a:chOff x="0" y="0"/>
              <a:chExt cx="449117" cy="6096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306896" y="361498"/>
              <a:ext cx="1769488" cy="2401781"/>
              <a:chOff x="0" y="0"/>
              <a:chExt cx="449117" cy="6096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0"/>
              <a:ext cx="1964043" cy="2665855"/>
              <a:chOff x="0" y="0"/>
              <a:chExt cx="449117" cy="6096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46" id="46"/>
          <p:cNvGrpSpPr/>
          <p:nvPr/>
        </p:nvGrpSpPr>
        <p:grpSpPr>
          <a:xfrm rot="0">
            <a:off x="9134324" y="5517784"/>
            <a:ext cx="8435140" cy="3941547"/>
            <a:chOff x="0" y="0"/>
            <a:chExt cx="1304579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04579" cy="609600"/>
            </a:xfrm>
            <a:custGeom>
              <a:avLst/>
              <a:gdLst/>
              <a:ahLst/>
              <a:cxnLst/>
              <a:rect r="r" b="b" t="t" l="l"/>
              <a:pathLst>
                <a:path h="609600" w="1304579">
                  <a:moveTo>
                    <a:pt x="203200" y="0"/>
                  </a:moveTo>
                  <a:lnTo>
                    <a:pt x="1304579" y="0"/>
                  </a:lnTo>
                  <a:lnTo>
                    <a:pt x="110137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5"/>
              <a:stretch>
                <a:fillRect l="-11022" t="-41957" r="-7615" b="-27303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28700" y="5517784"/>
            <a:ext cx="8435140" cy="3941547"/>
            <a:chOff x="0" y="0"/>
            <a:chExt cx="1304579" cy="60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04579" cy="609600"/>
            </a:xfrm>
            <a:custGeom>
              <a:avLst/>
              <a:gdLst/>
              <a:ahLst/>
              <a:cxnLst/>
              <a:rect r="r" b="b" t="t" l="l"/>
              <a:pathLst>
                <a:path h="609600" w="1304579">
                  <a:moveTo>
                    <a:pt x="203200" y="0"/>
                  </a:moveTo>
                  <a:lnTo>
                    <a:pt x="1304579" y="0"/>
                  </a:lnTo>
                  <a:lnTo>
                    <a:pt x="110137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6"/>
              <a:stretch>
                <a:fillRect l="0" t="-15421" r="0" b="-27249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677814" y="3873059"/>
            <a:ext cx="6051681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Lorem ipsum dolor sit amet, consectetur adipiscing elit. Sed consectetur risus eget placerat venenatis. Phasellus faucibus nibh sit amet diam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238697" y="0"/>
            <a:ext cx="705305" cy="10287000"/>
            <a:chOff x="0" y="0"/>
            <a:chExt cx="185759" cy="270933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57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8575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38697" y="4416974"/>
            <a:ext cx="705305" cy="703087"/>
            <a:chOff x="0" y="0"/>
            <a:chExt cx="185759" cy="1851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5759" cy="185175"/>
            </a:xfrm>
            <a:custGeom>
              <a:avLst/>
              <a:gdLst/>
              <a:ahLst/>
              <a:cxnLst/>
              <a:rect r="r" b="b" t="t" l="l"/>
              <a:pathLst>
                <a:path h="185175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185175"/>
                  </a:lnTo>
                  <a:lnTo>
                    <a:pt x="0" y="185175"/>
                  </a:lnTo>
                  <a:close/>
                </a:path>
              </a:pathLst>
            </a:custGeom>
            <a:solidFill>
              <a:srgbClr val="DC2F02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85759" cy="22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375398" y="1028700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412503" y="1923573"/>
            <a:ext cx="357692" cy="429543"/>
          </a:xfrm>
          <a:custGeom>
            <a:avLst/>
            <a:gdLst/>
            <a:ahLst/>
            <a:cxnLst/>
            <a:rect r="r" b="b" t="t" l="l"/>
            <a:pathLst>
              <a:path h="429543" w="357692">
                <a:moveTo>
                  <a:pt x="0" y="0"/>
                </a:moveTo>
                <a:lnTo>
                  <a:pt x="357692" y="0"/>
                </a:lnTo>
                <a:lnTo>
                  <a:pt x="357692" y="429543"/>
                </a:lnTo>
                <a:lnTo>
                  <a:pt x="0" y="4295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375398" y="2845928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412503" y="3740801"/>
            <a:ext cx="357692" cy="344685"/>
          </a:xfrm>
          <a:custGeom>
            <a:avLst/>
            <a:gdLst/>
            <a:ahLst/>
            <a:cxnLst/>
            <a:rect r="r" b="b" t="t" l="l"/>
            <a:pathLst>
              <a:path h="344685" w="357692">
                <a:moveTo>
                  <a:pt x="0" y="0"/>
                </a:moveTo>
                <a:lnTo>
                  <a:pt x="357692" y="0"/>
                </a:lnTo>
                <a:lnTo>
                  <a:pt x="357692" y="344685"/>
                </a:lnTo>
                <a:lnTo>
                  <a:pt x="0" y="3446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412503" y="4578297"/>
            <a:ext cx="394797" cy="380441"/>
          </a:xfrm>
          <a:custGeom>
            <a:avLst/>
            <a:gdLst/>
            <a:ahLst/>
            <a:cxnLst/>
            <a:rect r="r" b="b" t="t" l="l"/>
            <a:pathLst>
              <a:path h="380441" w="394797">
                <a:moveTo>
                  <a:pt x="0" y="0"/>
                </a:moveTo>
                <a:lnTo>
                  <a:pt x="394797" y="0"/>
                </a:lnTo>
                <a:lnTo>
                  <a:pt x="394797" y="380441"/>
                </a:lnTo>
                <a:lnTo>
                  <a:pt x="0" y="38044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393950" y="8842103"/>
            <a:ext cx="431903" cy="416197"/>
          </a:xfrm>
          <a:custGeom>
            <a:avLst/>
            <a:gdLst/>
            <a:ahLst/>
            <a:cxnLst/>
            <a:rect r="r" b="b" t="t" l="l"/>
            <a:pathLst>
              <a:path h="416197" w="431903">
                <a:moveTo>
                  <a:pt x="0" y="0"/>
                </a:moveTo>
                <a:lnTo>
                  <a:pt x="431903" y="0"/>
                </a:lnTo>
                <a:lnTo>
                  <a:pt x="431903" y="416197"/>
                </a:lnTo>
                <a:lnTo>
                  <a:pt x="0" y="41619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401032" y="5451550"/>
            <a:ext cx="380634" cy="377866"/>
          </a:xfrm>
          <a:custGeom>
            <a:avLst/>
            <a:gdLst/>
            <a:ahLst/>
            <a:cxnLst/>
            <a:rect r="r" b="b" t="t" l="l"/>
            <a:pathLst>
              <a:path h="377866" w="380634">
                <a:moveTo>
                  <a:pt x="0" y="0"/>
                </a:moveTo>
                <a:lnTo>
                  <a:pt x="380634" y="0"/>
                </a:lnTo>
                <a:lnTo>
                  <a:pt x="380634" y="377866"/>
                </a:lnTo>
                <a:lnTo>
                  <a:pt x="0" y="37786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393950" y="7171074"/>
            <a:ext cx="431903" cy="288197"/>
          </a:xfrm>
          <a:custGeom>
            <a:avLst/>
            <a:gdLst/>
            <a:ahLst/>
            <a:cxnLst/>
            <a:rect r="r" b="b" t="t" l="l"/>
            <a:pathLst>
              <a:path h="288197" w="431903">
                <a:moveTo>
                  <a:pt x="0" y="0"/>
                </a:moveTo>
                <a:lnTo>
                  <a:pt x="431903" y="0"/>
                </a:lnTo>
                <a:lnTo>
                  <a:pt x="431903" y="288196"/>
                </a:lnTo>
                <a:lnTo>
                  <a:pt x="0" y="28819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412503" y="7952082"/>
            <a:ext cx="394797" cy="397210"/>
          </a:xfrm>
          <a:custGeom>
            <a:avLst/>
            <a:gdLst/>
            <a:ahLst/>
            <a:cxnLst/>
            <a:rect r="r" b="b" t="t" l="l"/>
            <a:pathLst>
              <a:path h="397210" w="394797">
                <a:moveTo>
                  <a:pt x="0" y="0"/>
                </a:moveTo>
                <a:lnTo>
                  <a:pt x="394797" y="0"/>
                </a:lnTo>
                <a:lnTo>
                  <a:pt x="394797" y="397210"/>
                </a:lnTo>
                <a:lnTo>
                  <a:pt x="0" y="39721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412503" y="6322227"/>
            <a:ext cx="394797" cy="356035"/>
          </a:xfrm>
          <a:custGeom>
            <a:avLst/>
            <a:gdLst/>
            <a:ahLst/>
            <a:cxnLst/>
            <a:rect r="r" b="b" t="t" l="l"/>
            <a:pathLst>
              <a:path h="356035" w="394797">
                <a:moveTo>
                  <a:pt x="0" y="0"/>
                </a:moveTo>
                <a:lnTo>
                  <a:pt x="394797" y="0"/>
                </a:lnTo>
                <a:lnTo>
                  <a:pt x="394797" y="356035"/>
                </a:lnTo>
                <a:lnTo>
                  <a:pt x="0" y="35603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185901" y="8794967"/>
            <a:ext cx="2189575" cy="571324"/>
            <a:chOff x="0" y="0"/>
            <a:chExt cx="2336266" cy="609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36267" cy="609600"/>
            </a:xfrm>
            <a:custGeom>
              <a:avLst/>
              <a:gdLst/>
              <a:ahLst/>
              <a:cxnLst/>
              <a:rect r="r" b="b" t="t" l="l"/>
              <a:pathLst>
                <a:path h="609600" w="2336267">
                  <a:moveTo>
                    <a:pt x="203200" y="0"/>
                  </a:moveTo>
                  <a:lnTo>
                    <a:pt x="2336267" y="0"/>
                  </a:lnTo>
                  <a:lnTo>
                    <a:pt x="213306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gradFill>
                <a:gsLst>
                  <a:gs pos="0">
                    <a:srgbClr val="F5F3F4">
                      <a:alpha val="100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101600" y="-38100"/>
              <a:ext cx="213306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291525" y="8794967"/>
            <a:ext cx="2189575" cy="571324"/>
            <a:chOff x="0" y="0"/>
            <a:chExt cx="2336266" cy="6096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336267" cy="609600"/>
            </a:xfrm>
            <a:custGeom>
              <a:avLst/>
              <a:gdLst/>
              <a:ahLst/>
              <a:cxnLst/>
              <a:rect r="r" b="b" t="t" l="l"/>
              <a:pathLst>
                <a:path h="609600" w="2336267">
                  <a:moveTo>
                    <a:pt x="203200" y="0"/>
                  </a:moveTo>
                  <a:lnTo>
                    <a:pt x="2336267" y="0"/>
                  </a:lnTo>
                  <a:lnTo>
                    <a:pt x="213306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gradFill>
                <a:gsLst>
                  <a:gs pos="0">
                    <a:srgbClr val="F5F3F4">
                      <a:alpha val="100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101600" y="-38100"/>
              <a:ext cx="213306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291525" y="4506914"/>
            <a:ext cx="2189575" cy="571324"/>
            <a:chOff x="0" y="0"/>
            <a:chExt cx="2336266" cy="609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336267" cy="609600"/>
            </a:xfrm>
            <a:custGeom>
              <a:avLst/>
              <a:gdLst/>
              <a:ahLst/>
              <a:cxnLst/>
              <a:rect r="r" b="b" t="t" l="l"/>
              <a:pathLst>
                <a:path h="609600" w="2336267">
                  <a:moveTo>
                    <a:pt x="203200" y="0"/>
                  </a:moveTo>
                  <a:lnTo>
                    <a:pt x="2336267" y="0"/>
                  </a:lnTo>
                  <a:lnTo>
                    <a:pt x="213306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gradFill>
                <a:gsLst>
                  <a:gs pos="0">
                    <a:srgbClr val="F5F3F4">
                      <a:alpha val="100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101600" y="-38100"/>
              <a:ext cx="213306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28700" y="8888007"/>
            <a:ext cx="2189575" cy="571324"/>
            <a:chOff x="0" y="0"/>
            <a:chExt cx="2336266" cy="609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336267" cy="609600"/>
            </a:xfrm>
            <a:custGeom>
              <a:avLst/>
              <a:gdLst/>
              <a:ahLst/>
              <a:cxnLst/>
              <a:rect r="r" b="b" t="t" l="l"/>
              <a:pathLst>
                <a:path h="609600" w="2336267">
                  <a:moveTo>
                    <a:pt x="203200" y="0"/>
                  </a:moveTo>
                  <a:lnTo>
                    <a:pt x="2336267" y="0"/>
                  </a:lnTo>
                  <a:lnTo>
                    <a:pt x="213306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8" id="78"/>
            <p:cNvSpPr txBox="true"/>
            <p:nvPr/>
          </p:nvSpPr>
          <p:spPr>
            <a:xfrm>
              <a:off x="101600" y="-38100"/>
              <a:ext cx="213306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134324" y="8888007"/>
            <a:ext cx="2189575" cy="571324"/>
            <a:chOff x="0" y="0"/>
            <a:chExt cx="2336266" cy="6096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336267" cy="609600"/>
            </a:xfrm>
            <a:custGeom>
              <a:avLst/>
              <a:gdLst/>
              <a:ahLst/>
              <a:cxnLst/>
              <a:rect r="r" b="b" t="t" l="l"/>
              <a:pathLst>
                <a:path h="609600" w="2336267">
                  <a:moveTo>
                    <a:pt x="203200" y="0"/>
                  </a:moveTo>
                  <a:lnTo>
                    <a:pt x="2336267" y="0"/>
                  </a:lnTo>
                  <a:lnTo>
                    <a:pt x="213306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1" id="81"/>
            <p:cNvSpPr txBox="true"/>
            <p:nvPr/>
          </p:nvSpPr>
          <p:spPr>
            <a:xfrm>
              <a:off x="101600" y="-38100"/>
              <a:ext cx="213306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134324" y="4599955"/>
            <a:ext cx="2189575" cy="571324"/>
            <a:chOff x="0" y="0"/>
            <a:chExt cx="2336266" cy="6096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336267" cy="609600"/>
            </a:xfrm>
            <a:custGeom>
              <a:avLst/>
              <a:gdLst/>
              <a:ahLst/>
              <a:cxnLst/>
              <a:rect r="r" b="b" t="t" l="l"/>
              <a:pathLst>
                <a:path h="609600" w="2336267">
                  <a:moveTo>
                    <a:pt x="203200" y="0"/>
                  </a:moveTo>
                  <a:lnTo>
                    <a:pt x="2336267" y="0"/>
                  </a:lnTo>
                  <a:lnTo>
                    <a:pt x="213306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4" id="84"/>
            <p:cNvSpPr txBox="true"/>
            <p:nvPr/>
          </p:nvSpPr>
          <p:spPr>
            <a:xfrm>
              <a:off x="101600" y="-38100"/>
              <a:ext cx="213306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450435" y="8992000"/>
            <a:ext cx="1420847" cy="32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999" i="true" spc="49">
                <a:solidFill>
                  <a:srgbClr val="F5F3F4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TYPE B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9556059" y="8992000"/>
            <a:ext cx="1420847" cy="32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999" i="true" spc="49">
                <a:solidFill>
                  <a:srgbClr val="F5F3F4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TYPE C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556059" y="4703947"/>
            <a:ext cx="1420847" cy="32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999" i="true" spc="49">
                <a:solidFill>
                  <a:srgbClr val="F5F3F4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TYPE 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56336" y="2843805"/>
            <a:ext cx="454757" cy="454757"/>
          </a:xfrm>
          <a:custGeom>
            <a:avLst/>
            <a:gdLst/>
            <a:ahLst/>
            <a:cxnLst/>
            <a:rect r="r" b="b" t="t" l="l"/>
            <a:pathLst>
              <a:path h="454757" w="454757">
                <a:moveTo>
                  <a:pt x="0" y="0"/>
                </a:moveTo>
                <a:lnTo>
                  <a:pt x="454757" y="0"/>
                </a:lnTo>
                <a:lnTo>
                  <a:pt x="454757" y="454758"/>
                </a:lnTo>
                <a:lnTo>
                  <a:pt x="0" y="454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54177" y="734060"/>
            <a:ext cx="8576782" cy="3907705"/>
            <a:chOff x="0" y="0"/>
            <a:chExt cx="1337974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7974" cy="609600"/>
            </a:xfrm>
            <a:custGeom>
              <a:avLst/>
              <a:gdLst/>
              <a:ahLst/>
              <a:cxnLst/>
              <a:rect r="r" b="b" t="t" l="l"/>
              <a:pathLst>
                <a:path h="609600" w="1337974">
                  <a:moveTo>
                    <a:pt x="203200" y="0"/>
                  </a:moveTo>
                  <a:lnTo>
                    <a:pt x="1337974" y="0"/>
                  </a:lnTo>
                  <a:lnTo>
                    <a:pt x="113477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gradFill>
                <a:gsLst>
                  <a:gs pos="0">
                    <a:srgbClr val="F5F3F4">
                      <a:alpha val="100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1134774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954177" y="5304901"/>
            <a:ext cx="8576782" cy="3907705"/>
            <a:chOff x="0" y="0"/>
            <a:chExt cx="1337974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7974" cy="609600"/>
            </a:xfrm>
            <a:custGeom>
              <a:avLst/>
              <a:gdLst/>
              <a:ahLst/>
              <a:cxnLst/>
              <a:rect r="r" b="b" t="t" l="l"/>
              <a:pathLst>
                <a:path h="609600" w="1337974">
                  <a:moveTo>
                    <a:pt x="203200" y="0"/>
                  </a:moveTo>
                  <a:lnTo>
                    <a:pt x="1337974" y="0"/>
                  </a:lnTo>
                  <a:lnTo>
                    <a:pt x="113477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gradFill>
                <a:gsLst>
                  <a:gs pos="0">
                    <a:srgbClr val="F5F3F4">
                      <a:alpha val="100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38100"/>
              <a:ext cx="1134774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31753" y="1028700"/>
            <a:ext cx="8576782" cy="3907705"/>
            <a:chOff x="0" y="0"/>
            <a:chExt cx="1337974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7974" cy="609600"/>
            </a:xfrm>
            <a:custGeom>
              <a:avLst/>
              <a:gdLst/>
              <a:ahLst/>
              <a:cxnLst/>
              <a:rect r="r" b="b" t="t" l="l"/>
              <a:pathLst>
                <a:path h="609600" w="1337974">
                  <a:moveTo>
                    <a:pt x="203200" y="0"/>
                  </a:moveTo>
                  <a:lnTo>
                    <a:pt x="1337974" y="0"/>
                  </a:lnTo>
                  <a:lnTo>
                    <a:pt x="113477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38100"/>
              <a:ext cx="1134774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1753" y="5584622"/>
            <a:ext cx="8438286" cy="3844604"/>
            <a:chOff x="0" y="0"/>
            <a:chExt cx="1337974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7974" cy="609600"/>
            </a:xfrm>
            <a:custGeom>
              <a:avLst/>
              <a:gdLst/>
              <a:ahLst/>
              <a:cxnLst/>
              <a:rect r="r" b="b" t="t" l="l"/>
              <a:pathLst>
                <a:path h="609600" w="1337974">
                  <a:moveTo>
                    <a:pt x="203200" y="0"/>
                  </a:moveTo>
                  <a:lnTo>
                    <a:pt x="1337974" y="0"/>
                  </a:lnTo>
                  <a:lnTo>
                    <a:pt x="113477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1134774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260965" y="1860452"/>
            <a:ext cx="574689" cy="555097"/>
          </a:xfrm>
          <a:custGeom>
            <a:avLst/>
            <a:gdLst/>
            <a:ahLst/>
            <a:cxnLst/>
            <a:rect r="r" b="b" t="t" l="l"/>
            <a:pathLst>
              <a:path h="555097" w="574689">
                <a:moveTo>
                  <a:pt x="0" y="0"/>
                </a:moveTo>
                <a:lnTo>
                  <a:pt x="574689" y="0"/>
                </a:lnTo>
                <a:lnTo>
                  <a:pt x="574689" y="555097"/>
                </a:lnTo>
                <a:lnTo>
                  <a:pt x="0" y="55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556336" y="7223868"/>
            <a:ext cx="574689" cy="555097"/>
          </a:xfrm>
          <a:custGeom>
            <a:avLst/>
            <a:gdLst/>
            <a:ahLst/>
            <a:cxnLst/>
            <a:rect r="r" b="b" t="t" l="l"/>
            <a:pathLst>
              <a:path h="555097" w="574689">
                <a:moveTo>
                  <a:pt x="0" y="0"/>
                </a:moveTo>
                <a:lnTo>
                  <a:pt x="574688" y="0"/>
                </a:lnTo>
                <a:lnTo>
                  <a:pt x="574688" y="555097"/>
                </a:lnTo>
                <a:lnTo>
                  <a:pt x="0" y="55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115977" y="6589730"/>
            <a:ext cx="719677" cy="448817"/>
          </a:xfrm>
          <a:custGeom>
            <a:avLst/>
            <a:gdLst/>
            <a:ahLst/>
            <a:cxnLst/>
            <a:rect r="r" b="b" t="t" l="l"/>
            <a:pathLst>
              <a:path h="448817" w="719677">
                <a:moveTo>
                  <a:pt x="0" y="0"/>
                </a:moveTo>
                <a:lnTo>
                  <a:pt x="719677" y="0"/>
                </a:lnTo>
                <a:lnTo>
                  <a:pt x="719677" y="448816"/>
                </a:lnTo>
                <a:lnTo>
                  <a:pt x="0" y="4488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385486" y="7277008"/>
            <a:ext cx="719677" cy="448817"/>
          </a:xfrm>
          <a:custGeom>
            <a:avLst/>
            <a:gdLst/>
            <a:ahLst/>
            <a:cxnLst/>
            <a:rect r="r" b="b" t="t" l="l"/>
            <a:pathLst>
              <a:path h="448817" w="719677">
                <a:moveTo>
                  <a:pt x="0" y="0"/>
                </a:moveTo>
                <a:lnTo>
                  <a:pt x="719677" y="0"/>
                </a:lnTo>
                <a:lnTo>
                  <a:pt x="719677" y="448817"/>
                </a:lnTo>
                <a:lnTo>
                  <a:pt x="0" y="4488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359624" y="7277008"/>
            <a:ext cx="702484" cy="501957"/>
          </a:xfrm>
          <a:custGeom>
            <a:avLst/>
            <a:gdLst/>
            <a:ahLst/>
            <a:cxnLst/>
            <a:rect r="r" b="b" t="t" l="l"/>
            <a:pathLst>
              <a:path h="501957" w="702484">
                <a:moveTo>
                  <a:pt x="0" y="0"/>
                </a:moveTo>
                <a:lnTo>
                  <a:pt x="702485" y="0"/>
                </a:lnTo>
                <a:lnTo>
                  <a:pt x="702485" y="501957"/>
                </a:lnTo>
                <a:lnTo>
                  <a:pt x="0" y="501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0">
            <a:off x="14316570" y="7223868"/>
            <a:ext cx="555097" cy="555097"/>
          </a:xfrm>
          <a:custGeom>
            <a:avLst/>
            <a:gdLst/>
            <a:ahLst/>
            <a:cxnLst/>
            <a:rect r="r" b="b" t="t" l="l"/>
            <a:pathLst>
              <a:path h="555097" w="555097">
                <a:moveTo>
                  <a:pt x="555097" y="0"/>
                </a:moveTo>
                <a:lnTo>
                  <a:pt x="0" y="0"/>
                </a:lnTo>
                <a:lnTo>
                  <a:pt x="0" y="555097"/>
                </a:lnTo>
                <a:lnTo>
                  <a:pt x="555097" y="555097"/>
                </a:lnTo>
                <a:lnTo>
                  <a:pt x="55509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031109" y="-1350589"/>
            <a:ext cx="1971087" cy="2723734"/>
            <a:chOff x="0" y="0"/>
            <a:chExt cx="2628117" cy="363164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547992" y="808229"/>
              <a:ext cx="2080125" cy="2823417"/>
              <a:chOff x="0" y="0"/>
              <a:chExt cx="449117" cy="6096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60772" y="424960"/>
              <a:ext cx="2080125" cy="2823417"/>
              <a:chOff x="0" y="0"/>
              <a:chExt cx="449117" cy="6096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2308833" cy="3133850"/>
              <a:chOff x="0" y="0"/>
              <a:chExt cx="449117" cy="6096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16980350" y="-172762"/>
            <a:ext cx="1971087" cy="2723734"/>
            <a:chOff x="0" y="0"/>
            <a:chExt cx="2628117" cy="3631646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547992" y="808229"/>
              <a:ext cx="2080125" cy="2823417"/>
              <a:chOff x="0" y="0"/>
              <a:chExt cx="449117" cy="6096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360772" y="424960"/>
              <a:ext cx="2080125" cy="2823417"/>
              <a:chOff x="0" y="0"/>
              <a:chExt cx="449117" cy="6096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0"/>
              <a:ext cx="2308833" cy="3133850"/>
              <a:chOff x="0" y="0"/>
              <a:chExt cx="449117" cy="6096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41" id="41"/>
          <p:cNvSpPr txBox="true"/>
          <p:nvPr/>
        </p:nvSpPr>
        <p:spPr>
          <a:xfrm rot="0">
            <a:off x="12198081" y="2754637"/>
            <a:ext cx="2467717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BORCELLE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556336" y="3591754"/>
            <a:ext cx="5928994" cy="195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b="true" sz="74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OUR SERVICE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540610" y="5714103"/>
            <a:ext cx="6051681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Lorem ipsum dolor sit amet, consectetur adipiscing elit. Sed consectetur risus eget placerat venenatis. Phasellus faucibus nibh sit amet diam blandit scelerisque nec at tellus.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54177" y="3423348"/>
            <a:ext cx="2613575" cy="159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33"/>
              </a:lnSpc>
            </a:pPr>
            <a:r>
              <a:rPr lang="en-US" b="true" sz="11833" i="true">
                <a:solidFill>
                  <a:srgbClr val="F5F3F4">
                    <a:alpha val="19608"/>
                  </a:srgbClr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260965" y="2687912"/>
            <a:ext cx="4765135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Lorem ipsum dolor sit amet, consectetur adipiscing elit. Sed consectetur risus eget placerat venenatis. Phasellus faucibus nibh sit amet diam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260965" y="7364050"/>
            <a:ext cx="4765135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Lorem ipsum dolor sit amet, consectetur adipiscing elit. Sed consectetur risus eget placerat venenatis. Phasellus faucibus nibh sit amet diam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998244" y="1872570"/>
            <a:ext cx="4765135" cy="59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4400" i="true">
                <a:solidFill>
                  <a:srgbClr val="F5F3F4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SERVICE 01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998244" y="6548708"/>
            <a:ext cx="4765135" cy="59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4400" i="true">
                <a:solidFill>
                  <a:srgbClr val="F5F3F4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SERVICE 02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090825" y="7887645"/>
            <a:ext cx="2613575" cy="159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33"/>
              </a:lnSpc>
            </a:pPr>
            <a:r>
              <a:rPr lang="en-US" b="true" sz="11833" i="true">
                <a:solidFill>
                  <a:srgbClr val="F5F3F4">
                    <a:alpha val="19608"/>
                  </a:srgbClr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02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238697" y="0"/>
            <a:ext cx="705305" cy="10287000"/>
            <a:chOff x="0" y="0"/>
            <a:chExt cx="185759" cy="270933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57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8575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38697" y="5288939"/>
            <a:ext cx="705305" cy="703087"/>
            <a:chOff x="0" y="0"/>
            <a:chExt cx="185759" cy="1851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5759" cy="185175"/>
            </a:xfrm>
            <a:custGeom>
              <a:avLst/>
              <a:gdLst/>
              <a:ahLst/>
              <a:cxnLst/>
              <a:rect r="r" b="b" t="t" l="l"/>
              <a:pathLst>
                <a:path h="185175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185175"/>
                  </a:lnTo>
                  <a:lnTo>
                    <a:pt x="0" y="185175"/>
                  </a:lnTo>
                  <a:close/>
                </a:path>
              </a:pathLst>
            </a:custGeom>
            <a:solidFill>
              <a:srgbClr val="DC2F02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85759" cy="22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375398" y="1028700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412503" y="1923573"/>
            <a:ext cx="357692" cy="429543"/>
          </a:xfrm>
          <a:custGeom>
            <a:avLst/>
            <a:gdLst/>
            <a:ahLst/>
            <a:cxnLst/>
            <a:rect r="r" b="b" t="t" l="l"/>
            <a:pathLst>
              <a:path h="429543" w="357692">
                <a:moveTo>
                  <a:pt x="0" y="0"/>
                </a:moveTo>
                <a:lnTo>
                  <a:pt x="357692" y="0"/>
                </a:lnTo>
                <a:lnTo>
                  <a:pt x="357692" y="429543"/>
                </a:lnTo>
                <a:lnTo>
                  <a:pt x="0" y="42954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375398" y="2845928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412503" y="3740801"/>
            <a:ext cx="357692" cy="344685"/>
          </a:xfrm>
          <a:custGeom>
            <a:avLst/>
            <a:gdLst/>
            <a:ahLst/>
            <a:cxnLst/>
            <a:rect r="r" b="b" t="t" l="l"/>
            <a:pathLst>
              <a:path h="344685" w="357692">
                <a:moveTo>
                  <a:pt x="0" y="0"/>
                </a:moveTo>
                <a:lnTo>
                  <a:pt x="357692" y="0"/>
                </a:lnTo>
                <a:lnTo>
                  <a:pt x="357692" y="344685"/>
                </a:lnTo>
                <a:lnTo>
                  <a:pt x="0" y="34468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412503" y="4578297"/>
            <a:ext cx="394797" cy="380441"/>
          </a:xfrm>
          <a:custGeom>
            <a:avLst/>
            <a:gdLst/>
            <a:ahLst/>
            <a:cxnLst/>
            <a:rect r="r" b="b" t="t" l="l"/>
            <a:pathLst>
              <a:path h="380441" w="394797">
                <a:moveTo>
                  <a:pt x="0" y="0"/>
                </a:moveTo>
                <a:lnTo>
                  <a:pt x="394797" y="0"/>
                </a:lnTo>
                <a:lnTo>
                  <a:pt x="394797" y="380441"/>
                </a:lnTo>
                <a:lnTo>
                  <a:pt x="0" y="3804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393950" y="8842103"/>
            <a:ext cx="431903" cy="416197"/>
          </a:xfrm>
          <a:custGeom>
            <a:avLst/>
            <a:gdLst/>
            <a:ahLst/>
            <a:cxnLst/>
            <a:rect r="r" b="b" t="t" l="l"/>
            <a:pathLst>
              <a:path h="416197" w="431903">
                <a:moveTo>
                  <a:pt x="0" y="0"/>
                </a:moveTo>
                <a:lnTo>
                  <a:pt x="431903" y="0"/>
                </a:lnTo>
                <a:lnTo>
                  <a:pt x="431903" y="416197"/>
                </a:lnTo>
                <a:lnTo>
                  <a:pt x="0" y="41619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401032" y="5451550"/>
            <a:ext cx="380634" cy="377866"/>
          </a:xfrm>
          <a:custGeom>
            <a:avLst/>
            <a:gdLst/>
            <a:ahLst/>
            <a:cxnLst/>
            <a:rect r="r" b="b" t="t" l="l"/>
            <a:pathLst>
              <a:path h="377866" w="380634">
                <a:moveTo>
                  <a:pt x="0" y="0"/>
                </a:moveTo>
                <a:lnTo>
                  <a:pt x="380634" y="0"/>
                </a:lnTo>
                <a:lnTo>
                  <a:pt x="380634" y="377866"/>
                </a:lnTo>
                <a:lnTo>
                  <a:pt x="0" y="37786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393950" y="7171074"/>
            <a:ext cx="431903" cy="288197"/>
          </a:xfrm>
          <a:custGeom>
            <a:avLst/>
            <a:gdLst/>
            <a:ahLst/>
            <a:cxnLst/>
            <a:rect r="r" b="b" t="t" l="l"/>
            <a:pathLst>
              <a:path h="288197" w="431903">
                <a:moveTo>
                  <a:pt x="0" y="0"/>
                </a:moveTo>
                <a:lnTo>
                  <a:pt x="431903" y="0"/>
                </a:lnTo>
                <a:lnTo>
                  <a:pt x="431903" y="288196"/>
                </a:lnTo>
                <a:lnTo>
                  <a:pt x="0" y="28819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412503" y="7952082"/>
            <a:ext cx="394797" cy="397210"/>
          </a:xfrm>
          <a:custGeom>
            <a:avLst/>
            <a:gdLst/>
            <a:ahLst/>
            <a:cxnLst/>
            <a:rect r="r" b="b" t="t" l="l"/>
            <a:pathLst>
              <a:path h="397210" w="394797">
                <a:moveTo>
                  <a:pt x="0" y="0"/>
                </a:moveTo>
                <a:lnTo>
                  <a:pt x="394797" y="0"/>
                </a:lnTo>
                <a:lnTo>
                  <a:pt x="394797" y="397210"/>
                </a:lnTo>
                <a:lnTo>
                  <a:pt x="0" y="39721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412503" y="6322227"/>
            <a:ext cx="394797" cy="356035"/>
          </a:xfrm>
          <a:custGeom>
            <a:avLst/>
            <a:gdLst/>
            <a:ahLst/>
            <a:cxnLst/>
            <a:rect r="r" b="b" t="t" l="l"/>
            <a:pathLst>
              <a:path h="356035" w="394797">
                <a:moveTo>
                  <a:pt x="0" y="0"/>
                </a:moveTo>
                <a:lnTo>
                  <a:pt x="394797" y="0"/>
                </a:lnTo>
                <a:lnTo>
                  <a:pt x="394797" y="356035"/>
                </a:lnTo>
                <a:lnTo>
                  <a:pt x="0" y="35603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0435" y="1002762"/>
            <a:ext cx="454757" cy="454757"/>
          </a:xfrm>
          <a:custGeom>
            <a:avLst/>
            <a:gdLst/>
            <a:ahLst/>
            <a:cxnLst/>
            <a:rect r="r" b="b" t="t" l="l"/>
            <a:pathLst>
              <a:path h="454757" w="454757">
                <a:moveTo>
                  <a:pt x="0" y="0"/>
                </a:moveTo>
                <a:lnTo>
                  <a:pt x="454757" y="0"/>
                </a:lnTo>
                <a:lnTo>
                  <a:pt x="454757" y="454757"/>
                </a:lnTo>
                <a:lnTo>
                  <a:pt x="0" y="454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41036" y="1888518"/>
            <a:ext cx="1226064" cy="1839095"/>
            <a:chOff x="0" y="0"/>
            <a:chExt cx="40640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2032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74528" y="1888518"/>
            <a:ext cx="1226064" cy="1839095"/>
            <a:chOff x="0" y="0"/>
            <a:chExt cx="406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38100"/>
              <a:ext cx="2032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677232" y="3082788"/>
            <a:ext cx="1226064" cy="1839095"/>
            <a:chOff x="0" y="0"/>
            <a:chExt cx="4064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38100"/>
              <a:ext cx="2032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264909" y="3082788"/>
            <a:ext cx="1226064" cy="1839095"/>
            <a:chOff x="0" y="0"/>
            <a:chExt cx="4064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2032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237106" y="5308921"/>
            <a:ext cx="1206455" cy="1667133"/>
            <a:chOff x="0" y="0"/>
            <a:chExt cx="1608607" cy="222284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335413" y="494698"/>
              <a:ext cx="1273194" cy="1728146"/>
              <a:chOff x="0" y="0"/>
              <a:chExt cx="449117" cy="6096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220820" y="260108"/>
              <a:ext cx="1273194" cy="1728146"/>
              <a:chOff x="0" y="0"/>
              <a:chExt cx="449117" cy="6096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1413181" cy="1918155"/>
              <a:chOff x="0" y="0"/>
              <a:chExt cx="449117" cy="6096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1870599" y="5308921"/>
            <a:ext cx="1206455" cy="1667133"/>
            <a:chOff x="0" y="0"/>
            <a:chExt cx="1608607" cy="222284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335413" y="494698"/>
              <a:ext cx="1273194" cy="1728146"/>
              <a:chOff x="0" y="0"/>
              <a:chExt cx="449117" cy="6096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220820" y="260108"/>
              <a:ext cx="1273194" cy="1728146"/>
              <a:chOff x="0" y="0"/>
              <a:chExt cx="449117" cy="6096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0"/>
              <a:ext cx="1413181" cy="1918155"/>
              <a:chOff x="0" y="0"/>
              <a:chExt cx="449117" cy="6096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7673302" y="6503191"/>
            <a:ext cx="1206455" cy="1667133"/>
            <a:chOff x="0" y="0"/>
            <a:chExt cx="1608607" cy="2222843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335413" y="494698"/>
              <a:ext cx="1273194" cy="1728146"/>
              <a:chOff x="0" y="0"/>
              <a:chExt cx="449117" cy="6096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220820" y="260108"/>
              <a:ext cx="1273194" cy="1728146"/>
              <a:chOff x="0" y="0"/>
              <a:chExt cx="449117" cy="6096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0"/>
              <a:ext cx="1413181" cy="1918155"/>
              <a:chOff x="0" y="0"/>
              <a:chExt cx="449117" cy="6096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0">
            <a:off x="15260979" y="6503191"/>
            <a:ext cx="1206455" cy="1667133"/>
            <a:chOff x="0" y="0"/>
            <a:chExt cx="1608607" cy="2222843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335413" y="494698"/>
              <a:ext cx="1273194" cy="1728146"/>
              <a:chOff x="0" y="0"/>
              <a:chExt cx="449117" cy="6096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220820" y="260108"/>
              <a:ext cx="1273194" cy="1728146"/>
              <a:chOff x="0" y="0"/>
              <a:chExt cx="449117" cy="6096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0"/>
              <a:ext cx="1413181" cy="1918155"/>
              <a:chOff x="0" y="0"/>
              <a:chExt cx="449117" cy="6096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55" id="55"/>
          <p:cNvGrpSpPr/>
          <p:nvPr/>
        </p:nvGrpSpPr>
        <p:grpSpPr>
          <a:xfrm rot="0">
            <a:off x="1450435" y="2010710"/>
            <a:ext cx="5015145" cy="4554620"/>
            <a:chOff x="0" y="0"/>
            <a:chExt cx="671238" cy="609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71238" cy="609600"/>
            </a:xfrm>
            <a:custGeom>
              <a:avLst/>
              <a:gdLst/>
              <a:ahLst/>
              <a:cxnLst/>
              <a:rect r="r" b="b" t="t" l="l"/>
              <a:pathLst>
                <a:path h="609600" w="671238">
                  <a:moveTo>
                    <a:pt x="203200" y="0"/>
                  </a:moveTo>
                  <a:lnTo>
                    <a:pt x="671238" y="0"/>
                  </a:lnTo>
                  <a:lnTo>
                    <a:pt x="468038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/>
              <a:stretch>
                <a:fillRect l="-38332" t="-33789" r="-91571" b="-8607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859384" y="3217882"/>
            <a:ext cx="5015145" cy="4554620"/>
            <a:chOff x="0" y="0"/>
            <a:chExt cx="671238" cy="609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71238" cy="609600"/>
            </a:xfrm>
            <a:custGeom>
              <a:avLst/>
              <a:gdLst/>
              <a:ahLst/>
              <a:cxnLst/>
              <a:rect r="r" b="b" t="t" l="l"/>
              <a:pathLst>
                <a:path h="609600" w="671238">
                  <a:moveTo>
                    <a:pt x="203200" y="0"/>
                  </a:moveTo>
                  <a:lnTo>
                    <a:pt x="671238" y="0"/>
                  </a:lnTo>
                  <a:lnTo>
                    <a:pt x="468038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5"/>
              <a:stretch>
                <a:fillRect l="-24669" t="-17692" r="-58146" b="-16424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4016479" y="2288396"/>
            <a:ext cx="872451" cy="59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00"/>
              </a:lnSpc>
            </a:pPr>
            <a:r>
              <a:rPr lang="en-US" b="true" sz="44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04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527052" y="2396664"/>
            <a:ext cx="2602743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i="true" spc="7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Second </a:t>
            </a:r>
            <a:r>
              <a:rPr lang="en-US" sz="2999" i="true" spc="74" strike="noStrike" u="none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Car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082779" y="2010710"/>
            <a:ext cx="5015145" cy="4554620"/>
            <a:chOff x="0" y="0"/>
            <a:chExt cx="671238" cy="609600"/>
          </a:xfrm>
        </p:grpSpPr>
        <p:sp>
          <p:nvSpPr>
            <p:cNvPr name="Freeform 62" id="62"/>
            <p:cNvSpPr/>
            <p:nvPr/>
          </p:nvSpPr>
          <p:spPr>
            <a:xfrm flipH="true" flipV="false" rot="0">
              <a:off x="0" y="0"/>
              <a:ext cx="671238" cy="609600"/>
            </a:xfrm>
            <a:custGeom>
              <a:avLst/>
              <a:gdLst/>
              <a:ahLst/>
              <a:cxnLst/>
              <a:rect r="r" b="b" t="t" l="l"/>
              <a:pathLst>
                <a:path h="609600" w="671238">
                  <a:moveTo>
                    <a:pt x="4680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71238" y="609600"/>
                  </a:lnTo>
                  <a:lnTo>
                    <a:pt x="468038" y="0"/>
                  </a:lnTo>
                  <a:close/>
                </a:path>
              </a:pathLst>
            </a:custGeom>
            <a:blipFill>
              <a:blip r:embed="rId6"/>
              <a:stretch>
                <a:fillRect l="-40679" t="-23716" r="-36780" b="-5738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478616" y="3217882"/>
            <a:ext cx="5015145" cy="4554620"/>
            <a:chOff x="0" y="0"/>
            <a:chExt cx="671238" cy="6096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71238" cy="609600"/>
            </a:xfrm>
            <a:custGeom>
              <a:avLst/>
              <a:gdLst/>
              <a:ahLst/>
              <a:cxnLst/>
              <a:rect r="r" b="b" t="t" l="l"/>
              <a:pathLst>
                <a:path h="609600" w="671238">
                  <a:moveTo>
                    <a:pt x="203200" y="0"/>
                  </a:moveTo>
                  <a:lnTo>
                    <a:pt x="671238" y="0"/>
                  </a:lnTo>
                  <a:lnTo>
                    <a:pt x="468038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7"/>
              <a:stretch>
                <a:fillRect l="-29403" t="-17361" r="-30472" b="0"/>
              </a:stretch>
            </a:blip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1466881" y="8405226"/>
            <a:ext cx="5928994" cy="102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b="true" sz="74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PORTFOLIO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092181" y="913593"/>
            <a:ext cx="2467717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BORCELLE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207619" y="8429673"/>
            <a:ext cx="6051681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Lorem ipsum dolor sit amet, consectetur adipiscing elit. Sed consectetur risus eget placerat venenatis. Phasellus faucibus nibh sit amet diam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44458" y="6824188"/>
            <a:ext cx="872451" cy="59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00"/>
              </a:lnSpc>
            </a:pPr>
            <a:r>
              <a:rPr lang="en-US" b="true" sz="44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01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973944" y="6824188"/>
            <a:ext cx="872451" cy="59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00"/>
              </a:lnSpc>
            </a:pPr>
            <a:r>
              <a:rPr lang="en-US" b="true" sz="44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03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386993" y="2288396"/>
            <a:ext cx="872451" cy="59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00"/>
              </a:lnSpc>
            </a:pPr>
            <a:r>
              <a:rPr lang="en-US" b="true" sz="44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02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484517" y="6932456"/>
            <a:ext cx="2221743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i="true" spc="74" strike="noStrike" u="none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First Car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114003" y="6932456"/>
            <a:ext cx="2221743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i="true" spc="7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Third Car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5156538" y="2396664"/>
            <a:ext cx="2602743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i="true" spc="7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Fourth Car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238697" y="0"/>
            <a:ext cx="705305" cy="10287000"/>
            <a:chOff x="0" y="0"/>
            <a:chExt cx="185759" cy="270933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857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8575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238697" y="6142488"/>
            <a:ext cx="705305" cy="703087"/>
            <a:chOff x="0" y="0"/>
            <a:chExt cx="185759" cy="18517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85759" cy="185175"/>
            </a:xfrm>
            <a:custGeom>
              <a:avLst/>
              <a:gdLst/>
              <a:ahLst/>
              <a:cxnLst/>
              <a:rect r="r" b="b" t="t" l="l"/>
              <a:pathLst>
                <a:path h="185175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185175"/>
                  </a:lnTo>
                  <a:lnTo>
                    <a:pt x="0" y="185175"/>
                  </a:lnTo>
                  <a:close/>
                </a:path>
              </a:pathLst>
            </a:custGeom>
            <a:solidFill>
              <a:srgbClr val="DC2F02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85759" cy="22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375398" y="1028700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412503" y="1923573"/>
            <a:ext cx="357692" cy="429543"/>
          </a:xfrm>
          <a:custGeom>
            <a:avLst/>
            <a:gdLst/>
            <a:ahLst/>
            <a:cxnLst/>
            <a:rect r="r" b="b" t="t" l="l"/>
            <a:pathLst>
              <a:path h="429543" w="357692">
                <a:moveTo>
                  <a:pt x="0" y="0"/>
                </a:moveTo>
                <a:lnTo>
                  <a:pt x="357692" y="0"/>
                </a:lnTo>
                <a:lnTo>
                  <a:pt x="357692" y="429543"/>
                </a:lnTo>
                <a:lnTo>
                  <a:pt x="0" y="4295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375398" y="2845928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412503" y="3740801"/>
            <a:ext cx="357692" cy="344685"/>
          </a:xfrm>
          <a:custGeom>
            <a:avLst/>
            <a:gdLst/>
            <a:ahLst/>
            <a:cxnLst/>
            <a:rect r="r" b="b" t="t" l="l"/>
            <a:pathLst>
              <a:path h="344685" w="357692">
                <a:moveTo>
                  <a:pt x="0" y="0"/>
                </a:moveTo>
                <a:lnTo>
                  <a:pt x="357692" y="0"/>
                </a:lnTo>
                <a:lnTo>
                  <a:pt x="357692" y="344685"/>
                </a:lnTo>
                <a:lnTo>
                  <a:pt x="0" y="3446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412503" y="4578297"/>
            <a:ext cx="394797" cy="380441"/>
          </a:xfrm>
          <a:custGeom>
            <a:avLst/>
            <a:gdLst/>
            <a:ahLst/>
            <a:cxnLst/>
            <a:rect r="r" b="b" t="t" l="l"/>
            <a:pathLst>
              <a:path h="380441" w="394797">
                <a:moveTo>
                  <a:pt x="0" y="0"/>
                </a:moveTo>
                <a:lnTo>
                  <a:pt x="394797" y="0"/>
                </a:lnTo>
                <a:lnTo>
                  <a:pt x="394797" y="380441"/>
                </a:lnTo>
                <a:lnTo>
                  <a:pt x="0" y="3804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393950" y="8842103"/>
            <a:ext cx="431903" cy="416197"/>
          </a:xfrm>
          <a:custGeom>
            <a:avLst/>
            <a:gdLst/>
            <a:ahLst/>
            <a:cxnLst/>
            <a:rect r="r" b="b" t="t" l="l"/>
            <a:pathLst>
              <a:path h="416197" w="431903">
                <a:moveTo>
                  <a:pt x="0" y="0"/>
                </a:moveTo>
                <a:lnTo>
                  <a:pt x="431903" y="0"/>
                </a:lnTo>
                <a:lnTo>
                  <a:pt x="431903" y="416197"/>
                </a:lnTo>
                <a:lnTo>
                  <a:pt x="0" y="41619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401032" y="5451550"/>
            <a:ext cx="380634" cy="377866"/>
          </a:xfrm>
          <a:custGeom>
            <a:avLst/>
            <a:gdLst/>
            <a:ahLst/>
            <a:cxnLst/>
            <a:rect r="r" b="b" t="t" l="l"/>
            <a:pathLst>
              <a:path h="377866" w="380634">
                <a:moveTo>
                  <a:pt x="0" y="0"/>
                </a:moveTo>
                <a:lnTo>
                  <a:pt x="380634" y="0"/>
                </a:lnTo>
                <a:lnTo>
                  <a:pt x="380634" y="377866"/>
                </a:lnTo>
                <a:lnTo>
                  <a:pt x="0" y="37786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393950" y="7171074"/>
            <a:ext cx="431903" cy="288197"/>
          </a:xfrm>
          <a:custGeom>
            <a:avLst/>
            <a:gdLst/>
            <a:ahLst/>
            <a:cxnLst/>
            <a:rect r="r" b="b" t="t" l="l"/>
            <a:pathLst>
              <a:path h="288197" w="431903">
                <a:moveTo>
                  <a:pt x="0" y="0"/>
                </a:moveTo>
                <a:lnTo>
                  <a:pt x="431903" y="0"/>
                </a:lnTo>
                <a:lnTo>
                  <a:pt x="431903" y="288196"/>
                </a:lnTo>
                <a:lnTo>
                  <a:pt x="0" y="28819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412503" y="7952082"/>
            <a:ext cx="394797" cy="397210"/>
          </a:xfrm>
          <a:custGeom>
            <a:avLst/>
            <a:gdLst/>
            <a:ahLst/>
            <a:cxnLst/>
            <a:rect r="r" b="b" t="t" l="l"/>
            <a:pathLst>
              <a:path h="397210" w="394797">
                <a:moveTo>
                  <a:pt x="0" y="0"/>
                </a:moveTo>
                <a:lnTo>
                  <a:pt x="394797" y="0"/>
                </a:lnTo>
                <a:lnTo>
                  <a:pt x="394797" y="397210"/>
                </a:lnTo>
                <a:lnTo>
                  <a:pt x="0" y="39721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412503" y="6322227"/>
            <a:ext cx="394797" cy="356035"/>
          </a:xfrm>
          <a:custGeom>
            <a:avLst/>
            <a:gdLst/>
            <a:ahLst/>
            <a:cxnLst/>
            <a:rect r="r" b="b" t="t" l="l"/>
            <a:pathLst>
              <a:path h="356035" w="394797">
                <a:moveTo>
                  <a:pt x="0" y="0"/>
                </a:moveTo>
                <a:lnTo>
                  <a:pt x="394797" y="0"/>
                </a:lnTo>
                <a:lnTo>
                  <a:pt x="394797" y="356035"/>
                </a:lnTo>
                <a:lnTo>
                  <a:pt x="0" y="35603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21338" y="3122637"/>
            <a:ext cx="2893922" cy="1315263"/>
            <a:chOff x="0" y="0"/>
            <a:chExt cx="1341279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1279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279">
                  <a:moveTo>
                    <a:pt x="203200" y="0"/>
                  </a:moveTo>
                  <a:lnTo>
                    <a:pt x="1341279" y="0"/>
                  </a:lnTo>
                  <a:lnTo>
                    <a:pt x="113807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1138079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82200" y="3122637"/>
            <a:ext cx="2893922" cy="1315263"/>
            <a:chOff x="0" y="0"/>
            <a:chExt cx="1341279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1279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279">
                  <a:moveTo>
                    <a:pt x="203200" y="0"/>
                  </a:moveTo>
                  <a:lnTo>
                    <a:pt x="1341279" y="0"/>
                  </a:lnTo>
                  <a:lnTo>
                    <a:pt x="113807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138079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50078" y="3122637"/>
            <a:ext cx="2893922" cy="1315263"/>
            <a:chOff x="0" y="0"/>
            <a:chExt cx="1341279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1279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279">
                  <a:moveTo>
                    <a:pt x="203200" y="0"/>
                  </a:moveTo>
                  <a:lnTo>
                    <a:pt x="1341279" y="0"/>
                  </a:lnTo>
                  <a:lnTo>
                    <a:pt x="113807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1138079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710940" y="3122637"/>
            <a:ext cx="2893922" cy="1315263"/>
            <a:chOff x="0" y="0"/>
            <a:chExt cx="1341279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1279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279">
                  <a:moveTo>
                    <a:pt x="203200" y="0"/>
                  </a:moveTo>
                  <a:lnTo>
                    <a:pt x="1341279" y="0"/>
                  </a:lnTo>
                  <a:lnTo>
                    <a:pt x="113807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1138079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63252" y="3232848"/>
            <a:ext cx="4882834" cy="4434459"/>
            <a:chOff x="0" y="0"/>
            <a:chExt cx="671238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1238" cy="609600"/>
            </a:xfrm>
            <a:custGeom>
              <a:avLst/>
              <a:gdLst/>
              <a:ahLst/>
              <a:cxnLst/>
              <a:rect r="r" b="b" t="t" l="l"/>
              <a:pathLst>
                <a:path h="609600" w="671238">
                  <a:moveTo>
                    <a:pt x="203200" y="0"/>
                  </a:moveTo>
                  <a:lnTo>
                    <a:pt x="671238" y="0"/>
                  </a:lnTo>
                  <a:lnTo>
                    <a:pt x="468038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-2230" t="-15265" r="-6044" b="-6435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294535" y="3232848"/>
            <a:ext cx="4882834" cy="4434459"/>
            <a:chOff x="0" y="0"/>
            <a:chExt cx="671238" cy="60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1238" cy="609600"/>
            </a:xfrm>
            <a:custGeom>
              <a:avLst/>
              <a:gdLst/>
              <a:ahLst/>
              <a:cxnLst/>
              <a:rect r="r" b="b" t="t" l="l"/>
              <a:pathLst>
                <a:path h="609600" w="671238">
                  <a:moveTo>
                    <a:pt x="203200" y="0"/>
                  </a:moveTo>
                  <a:lnTo>
                    <a:pt x="671238" y="0"/>
                  </a:lnTo>
                  <a:lnTo>
                    <a:pt x="468038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/>
              <a:stretch>
                <a:fillRect l="-8474" t="-1964" r="-31558" b="-9077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025819" y="3232848"/>
            <a:ext cx="4882834" cy="4434459"/>
            <a:chOff x="0" y="0"/>
            <a:chExt cx="671238" cy="609600"/>
          </a:xfrm>
        </p:grpSpPr>
        <p:sp>
          <p:nvSpPr>
            <p:cNvPr name="Freeform 19" id="19"/>
            <p:cNvSpPr/>
            <p:nvPr/>
          </p:nvSpPr>
          <p:spPr>
            <a:xfrm flipH="true" flipV="false" rot="0">
              <a:off x="0" y="0"/>
              <a:ext cx="671238" cy="609600"/>
            </a:xfrm>
            <a:custGeom>
              <a:avLst/>
              <a:gdLst/>
              <a:ahLst/>
              <a:cxnLst/>
              <a:rect r="r" b="b" t="t" l="l"/>
              <a:pathLst>
                <a:path h="609600" w="671238">
                  <a:moveTo>
                    <a:pt x="4680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71238" y="609600"/>
                  </a:lnTo>
                  <a:lnTo>
                    <a:pt x="468038" y="0"/>
                  </a:lnTo>
                  <a:close/>
                </a:path>
              </a:pathLst>
            </a:custGeom>
            <a:blipFill>
              <a:blip r:embed="rId4"/>
              <a:stretch>
                <a:fillRect l="0" t="-5402" r="0" b="-353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757103" y="3232848"/>
            <a:ext cx="4882834" cy="4434459"/>
            <a:chOff x="0" y="0"/>
            <a:chExt cx="671238" cy="609600"/>
          </a:xfrm>
        </p:grpSpPr>
        <p:sp>
          <p:nvSpPr>
            <p:cNvPr name="Freeform 21" id="21"/>
            <p:cNvSpPr/>
            <p:nvPr/>
          </p:nvSpPr>
          <p:spPr>
            <a:xfrm flipH="true" flipV="false" rot="0">
              <a:off x="0" y="0"/>
              <a:ext cx="671238" cy="609600"/>
            </a:xfrm>
            <a:custGeom>
              <a:avLst/>
              <a:gdLst/>
              <a:ahLst/>
              <a:cxnLst/>
              <a:rect r="r" b="b" t="t" l="l"/>
              <a:pathLst>
                <a:path h="609600" w="671238">
                  <a:moveTo>
                    <a:pt x="4680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71238" y="609600"/>
                  </a:lnTo>
                  <a:lnTo>
                    <a:pt x="468038" y="0"/>
                  </a:lnTo>
                  <a:close/>
                </a:path>
              </a:pathLst>
            </a:custGeom>
            <a:blipFill>
              <a:blip r:embed="rId5"/>
              <a:stretch>
                <a:fillRect l="-17694" t="-37055" r="-5352" b="-6630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39497" y="7930231"/>
            <a:ext cx="3343248" cy="782144"/>
            <a:chOff x="0" y="0"/>
            <a:chExt cx="2605714" cy="609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05714" cy="609600"/>
            </a:xfrm>
            <a:custGeom>
              <a:avLst/>
              <a:gdLst/>
              <a:ahLst/>
              <a:cxnLst/>
              <a:rect r="r" b="b" t="t" l="l"/>
              <a:pathLst>
                <a:path h="609600" w="2605714">
                  <a:moveTo>
                    <a:pt x="203200" y="0"/>
                  </a:moveTo>
                  <a:lnTo>
                    <a:pt x="2605714" y="0"/>
                  </a:lnTo>
                  <a:lnTo>
                    <a:pt x="240251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F5F3F4">
                      <a:alpha val="100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01600" y="-38100"/>
              <a:ext cx="2402514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845188" y="7930231"/>
            <a:ext cx="3343248" cy="782144"/>
            <a:chOff x="0" y="0"/>
            <a:chExt cx="2605714" cy="609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05714" cy="609600"/>
            </a:xfrm>
            <a:custGeom>
              <a:avLst/>
              <a:gdLst/>
              <a:ahLst/>
              <a:cxnLst/>
              <a:rect r="r" b="b" t="t" l="l"/>
              <a:pathLst>
                <a:path h="609600" w="2605714">
                  <a:moveTo>
                    <a:pt x="203200" y="0"/>
                  </a:moveTo>
                  <a:lnTo>
                    <a:pt x="2605714" y="0"/>
                  </a:lnTo>
                  <a:lnTo>
                    <a:pt x="240251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F5F3F4">
                      <a:alpha val="100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101600" y="-38100"/>
              <a:ext cx="2402514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150934" y="7930231"/>
            <a:ext cx="3343248" cy="782144"/>
            <a:chOff x="0" y="0"/>
            <a:chExt cx="2605714" cy="609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05714" cy="609600"/>
            </a:xfrm>
            <a:custGeom>
              <a:avLst/>
              <a:gdLst/>
              <a:ahLst/>
              <a:cxnLst/>
              <a:rect r="r" b="b" t="t" l="l"/>
              <a:pathLst>
                <a:path h="609600" w="2605714">
                  <a:moveTo>
                    <a:pt x="203200" y="0"/>
                  </a:moveTo>
                  <a:lnTo>
                    <a:pt x="2605714" y="0"/>
                  </a:lnTo>
                  <a:lnTo>
                    <a:pt x="240251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F5F3F4">
                      <a:alpha val="100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101600" y="-38100"/>
              <a:ext cx="2402514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656625" y="7930231"/>
            <a:ext cx="3343248" cy="782144"/>
            <a:chOff x="0" y="0"/>
            <a:chExt cx="2605714" cy="609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05714" cy="609600"/>
            </a:xfrm>
            <a:custGeom>
              <a:avLst/>
              <a:gdLst/>
              <a:ahLst/>
              <a:cxnLst/>
              <a:rect r="r" b="b" t="t" l="l"/>
              <a:pathLst>
                <a:path h="609600" w="2605714">
                  <a:moveTo>
                    <a:pt x="203200" y="0"/>
                  </a:moveTo>
                  <a:lnTo>
                    <a:pt x="2605714" y="0"/>
                  </a:lnTo>
                  <a:lnTo>
                    <a:pt x="240251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F5F3F4">
                      <a:alpha val="100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101600" y="-38100"/>
              <a:ext cx="2402514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54547" y="8026674"/>
            <a:ext cx="3343248" cy="782144"/>
            <a:chOff x="0" y="0"/>
            <a:chExt cx="2605714" cy="609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05714" cy="609600"/>
            </a:xfrm>
            <a:custGeom>
              <a:avLst/>
              <a:gdLst/>
              <a:ahLst/>
              <a:cxnLst/>
              <a:rect r="r" b="b" t="t" l="l"/>
              <a:pathLst>
                <a:path h="609600" w="2605714">
                  <a:moveTo>
                    <a:pt x="203200" y="0"/>
                  </a:moveTo>
                  <a:lnTo>
                    <a:pt x="2605714" y="0"/>
                  </a:lnTo>
                  <a:lnTo>
                    <a:pt x="240251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101600" y="-38100"/>
              <a:ext cx="2402514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660238" y="8026674"/>
            <a:ext cx="3343248" cy="782144"/>
            <a:chOff x="0" y="0"/>
            <a:chExt cx="2605714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605714" cy="609600"/>
            </a:xfrm>
            <a:custGeom>
              <a:avLst/>
              <a:gdLst/>
              <a:ahLst/>
              <a:cxnLst/>
              <a:rect r="r" b="b" t="t" l="l"/>
              <a:pathLst>
                <a:path h="609600" w="2605714">
                  <a:moveTo>
                    <a:pt x="203200" y="0"/>
                  </a:moveTo>
                  <a:lnTo>
                    <a:pt x="2605714" y="0"/>
                  </a:lnTo>
                  <a:lnTo>
                    <a:pt x="240251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9" id="39"/>
            <p:cNvSpPr txBox="true"/>
            <p:nvPr/>
          </p:nvSpPr>
          <p:spPr>
            <a:xfrm>
              <a:off x="101600" y="-38100"/>
              <a:ext cx="2402514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965984" y="8026674"/>
            <a:ext cx="3343248" cy="782144"/>
            <a:chOff x="0" y="0"/>
            <a:chExt cx="2605714" cy="609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605714" cy="609600"/>
            </a:xfrm>
            <a:custGeom>
              <a:avLst/>
              <a:gdLst/>
              <a:ahLst/>
              <a:cxnLst/>
              <a:rect r="r" b="b" t="t" l="l"/>
              <a:pathLst>
                <a:path h="609600" w="2605714">
                  <a:moveTo>
                    <a:pt x="203200" y="0"/>
                  </a:moveTo>
                  <a:lnTo>
                    <a:pt x="2605714" y="0"/>
                  </a:lnTo>
                  <a:lnTo>
                    <a:pt x="240251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2" id="42"/>
            <p:cNvSpPr txBox="true"/>
            <p:nvPr/>
          </p:nvSpPr>
          <p:spPr>
            <a:xfrm>
              <a:off x="101600" y="-38100"/>
              <a:ext cx="2402514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471675" y="8026674"/>
            <a:ext cx="3343248" cy="782144"/>
            <a:chOff x="0" y="0"/>
            <a:chExt cx="2605714" cy="609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05714" cy="609600"/>
            </a:xfrm>
            <a:custGeom>
              <a:avLst/>
              <a:gdLst/>
              <a:ahLst/>
              <a:cxnLst/>
              <a:rect r="r" b="b" t="t" l="l"/>
              <a:pathLst>
                <a:path h="609600" w="2605714">
                  <a:moveTo>
                    <a:pt x="203200" y="0"/>
                  </a:moveTo>
                  <a:lnTo>
                    <a:pt x="2605714" y="0"/>
                  </a:lnTo>
                  <a:lnTo>
                    <a:pt x="240251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5" id="45"/>
            <p:cNvSpPr txBox="true"/>
            <p:nvPr/>
          </p:nvSpPr>
          <p:spPr>
            <a:xfrm>
              <a:off x="101600" y="-38100"/>
              <a:ext cx="2402514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889739" y="974717"/>
            <a:ext cx="5695897" cy="1026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b="true" sz="74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OUR TEAM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143762" y="2164530"/>
            <a:ext cx="9055988" cy="57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Lorem ipsum dolor sit amet, consectetur adipiscing elit. Sed consectetur risus eget placerat venenatis. Phasellus faucibus nibh sit amet diam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30055" y="8138280"/>
            <a:ext cx="2114262" cy="27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F5F3F4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AARON LOEB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135745" y="8138280"/>
            <a:ext cx="2114262" cy="27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F5F3F4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SACHA DUBOIS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441491" y="8138280"/>
            <a:ext cx="2114262" cy="27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F5F3F4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DREW FEIG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947182" y="8138280"/>
            <a:ext cx="2114262" cy="27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F5F3F4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JULIANA SILVA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30055" y="8421239"/>
            <a:ext cx="2114262" cy="28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Leader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35745" y="8421239"/>
            <a:ext cx="2114262" cy="28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Employee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441491" y="8421239"/>
            <a:ext cx="2114262" cy="28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Marketing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947182" y="8421239"/>
            <a:ext cx="2114262" cy="28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Employee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6209423" y="8198450"/>
            <a:ext cx="2273211" cy="3141222"/>
            <a:chOff x="0" y="0"/>
            <a:chExt cx="3030949" cy="4188296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631987" y="932112"/>
              <a:ext cx="2398962" cy="3256184"/>
              <a:chOff x="0" y="0"/>
              <a:chExt cx="449117" cy="6096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416071" y="490097"/>
              <a:ext cx="2398962" cy="3256184"/>
              <a:chOff x="0" y="0"/>
              <a:chExt cx="449117" cy="6096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gradFill>
                  <a:gsLst>
                    <a:gs pos="0">
                      <a:srgbClr val="F5F3F4">
                        <a:alpha val="100000"/>
                      </a:srgbClr>
                    </a:gs>
                    <a:gs pos="100000">
                      <a:srgbClr val="F5F3F4">
                        <a:alpha val="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0" y="0"/>
              <a:ext cx="2662726" cy="3614200"/>
              <a:chOff x="0" y="0"/>
              <a:chExt cx="449117" cy="6096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449117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449117">
                    <a:moveTo>
                      <a:pt x="203200" y="0"/>
                    </a:moveTo>
                    <a:lnTo>
                      <a:pt x="449117" y="0"/>
                    </a:lnTo>
                    <a:lnTo>
                      <a:pt x="245917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DC2F02">
                      <a:alpha val="100000"/>
                    </a:srgbClr>
                  </a:gs>
                  <a:gs pos="100000">
                    <a:srgbClr val="DC2F02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101600" y="-38100"/>
                <a:ext cx="245917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66" id="66"/>
          <p:cNvGrpSpPr/>
          <p:nvPr/>
        </p:nvGrpSpPr>
        <p:grpSpPr>
          <a:xfrm rot="0">
            <a:off x="238697" y="0"/>
            <a:ext cx="705305" cy="10287000"/>
            <a:chOff x="0" y="0"/>
            <a:chExt cx="185759" cy="270933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57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8575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238697" y="6963628"/>
            <a:ext cx="705305" cy="703087"/>
            <a:chOff x="0" y="0"/>
            <a:chExt cx="185759" cy="18517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5759" cy="185175"/>
            </a:xfrm>
            <a:custGeom>
              <a:avLst/>
              <a:gdLst/>
              <a:ahLst/>
              <a:cxnLst/>
              <a:rect r="r" b="b" t="t" l="l"/>
              <a:pathLst>
                <a:path h="185175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185175"/>
                  </a:lnTo>
                  <a:lnTo>
                    <a:pt x="0" y="185175"/>
                  </a:lnTo>
                  <a:close/>
                </a:path>
              </a:pathLst>
            </a:custGeom>
            <a:solidFill>
              <a:srgbClr val="DC2F02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85759" cy="22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375398" y="1028700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412503" y="1923573"/>
            <a:ext cx="357692" cy="429543"/>
          </a:xfrm>
          <a:custGeom>
            <a:avLst/>
            <a:gdLst/>
            <a:ahLst/>
            <a:cxnLst/>
            <a:rect r="r" b="b" t="t" l="l"/>
            <a:pathLst>
              <a:path h="429543" w="357692">
                <a:moveTo>
                  <a:pt x="0" y="0"/>
                </a:moveTo>
                <a:lnTo>
                  <a:pt x="357692" y="0"/>
                </a:lnTo>
                <a:lnTo>
                  <a:pt x="357692" y="429543"/>
                </a:lnTo>
                <a:lnTo>
                  <a:pt x="0" y="4295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375398" y="2845928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412503" y="3740801"/>
            <a:ext cx="357692" cy="344685"/>
          </a:xfrm>
          <a:custGeom>
            <a:avLst/>
            <a:gdLst/>
            <a:ahLst/>
            <a:cxnLst/>
            <a:rect r="r" b="b" t="t" l="l"/>
            <a:pathLst>
              <a:path h="344685" w="357692">
                <a:moveTo>
                  <a:pt x="0" y="0"/>
                </a:moveTo>
                <a:lnTo>
                  <a:pt x="357692" y="0"/>
                </a:lnTo>
                <a:lnTo>
                  <a:pt x="357692" y="344685"/>
                </a:lnTo>
                <a:lnTo>
                  <a:pt x="0" y="3446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412503" y="4578297"/>
            <a:ext cx="394797" cy="380441"/>
          </a:xfrm>
          <a:custGeom>
            <a:avLst/>
            <a:gdLst/>
            <a:ahLst/>
            <a:cxnLst/>
            <a:rect r="r" b="b" t="t" l="l"/>
            <a:pathLst>
              <a:path h="380441" w="394797">
                <a:moveTo>
                  <a:pt x="0" y="0"/>
                </a:moveTo>
                <a:lnTo>
                  <a:pt x="394797" y="0"/>
                </a:lnTo>
                <a:lnTo>
                  <a:pt x="394797" y="380441"/>
                </a:lnTo>
                <a:lnTo>
                  <a:pt x="0" y="3804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393950" y="8842103"/>
            <a:ext cx="431903" cy="416197"/>
          </a:xfrm>
          <a:custGeom>
            <a:avLst/>
            <a:gdLst/>
            <a:ahLst/>
            <a:cxnLst/>
            <a:rect r="r" b="b" t="t" l="l"/>
            <a:pathLst>
              <a:path h="416197" w="431903">
                <a:moveTo>
                  <a:pt x="0" y="0"/>
                </a:moveTo>
                <a:lnTo>
                  <a:pt x="431903" y="0"/>
                </a:lnTo>
                <a:lnTo>
                  <a:pt x="431903" y="416197"/>
                </a:lnTo>
                <a:lnTo>
                  <a:pt x="0" y="4161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401032" y="5451550"/>
            <a:ext cx="380634" cy="377866"/>
          </a:xfrm>
          <a:custGeom>
            <a:avLst/>
            <a:gdLst/>
            <a:ahLst/>
            <a:cxnLst/>
            <a:rect r="r" b="b" t="t" l="l"/>
            <a:pathLst>
              <a:path h="377866" w="380634">
                <a:moveTo>
                  <a:pt x="0" y="0"/>
                </a:moveTo>
                <a:lnTo>
                  <a:pt x="380634" y="0"/>
                </a:lnTo>
                <a:lnTo>
                  <a:pt x="380634" y="377866"/>
                </a:lnTo>
                <a:lnTo>
                  <a:pt x="0" y="37786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393950" y="7171074"/>
            <a:ext cx="431903" cy="288197"/>
          </a:xfrm>
          <a:custGeom>
            <a:avLst/>
            <a:gdLst/>
            <a:ahLst/>
            <a:cxnLst/>
            <a:rect r="r" b="b" t="t" l="l"/>
            <a:pathLst>
              <a:path h="288197" w="431903">
                <a:moveTo>
                  <a:pt x="0" y="0"/>
                </a:moveTo>
                <a:lnTo>
                  <a:pt x="431903" y="0"/>
                </a:lnTo>
                <a:lnTo>
                  <a:pt x="431903" y="288196"/>
                </a:lnTo>
                <a:lnTo>
                  <a:pt x="0" y="28819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412503" y="7952082"/>
            <a:ext cx="394797" cy="397210"/>
          </a:xfrm>
          <a:custGeom>
            <a:avLst/>
            <a:gdLst/>
            <a:ahLst/>
            <a:cxnLst/>
            <a:rect r="r" b="b" t="t" l="l"/>
            <a:pathLst>
              <a:path h="397210" w="394797">
                <a:moveTo>
                  <a:pt x="0" y="0"/>
                </a:moveTo>
                <a:lnTo>
                  <a:pt x="394797" y="0"/>
                </a:lnTo>
                <a:lnTo>
                  <a:pt x="394797" y="397210"/>
                </a:lnTo>
                <a:lnTo>
                  <a:pt x="0" y="39721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412503" y="6322227"/>
            <a:ext cx="394797" cy="356035"/>
          </a:xfrm>
          <a:custGeom>
            <a:avLst/>
            <a:gdLst/>
            <a:ahLst/>
            <a:cxnLst/>
            <a:rect r="r" b="b" t="t" l="l"/>
            <a:pathLst>
              <a:path h="356035" w="394797">
                <a:moveTo>
                  <a:pt x="0" y="0"/>
                </a:moveTo>
                <a:lnTo>
                  <a:pt x="394797" y="0"/>
                </a:lnTo>
                <a:lnTo>
                  <a:pt x="394797" y="356035"/>
                </a:lnTo>
                <a:lnTo>
                  <a:pt x="0" y="35603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6717" r="0" b="-1194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54599" y="1028700"/>
            <a:ext cx="19015992" cy="8229600"/>
            <a:chOff x="0" y="0"/>
            <a:chExt cx="5008327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08327" cy="2167467"/>
            </a:xfrm>
            <a:custGeom>
              <a:avLst/>
              <a:gdLst/>
              <a:ahLst/>
              <a:cxnLst/>
              <a:rect r="r" b="b" t="t" l="l"/>
              <a:pathLst>
                <a:path h="2167467" w="5008327">
                  <a:moveTo>
                    <a:pt x="0" y="0"/>
                  </a:moveTo>
                  <a:lnTo>
                    <a:pt x="5008327" y="0"/>
                  </a:lnTo>
                  <a:lnTo>
                    <a:pt x="5008327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true">
              <a:gsLst>
                <a:gs pos="0">
                  <a:srgbClr val="161A1D">
                    <a:alpha val="0"/>
                  </a:srgbClr>
                </a:gs>
                <a:gs pos="50000">
                  <a:srgbClr val="161A1D">
                    <a:alpha val="100000"/>
                  </a:srgbClr>
                </a:gs>
                <a:gs pos="100000">
                  <a:srgbClr val="161A1D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08327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830333" y="1370200"/>
            <a:ext cx="10457667" cy="10643978"/>
            <a:chOff x="0" y="0"/>
            <a:chExt cx="59893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930" cy="609600"/>
            </a:xfrm>
            <a:custGeom>
              <a:avLst/>
              <a:gdLst/>
              <a:ahLst/>
              <a:cxnLst/>
              <a:rect r="r" b="b" t="t" l="l"/>
              <a:pathLst>
                <a:path h="609600" w="598930">
                  <a:moveTo>
                    <a:pt x="203200" y="0"/>
                  </a:moveTo>
                  <a:lnTo>
                    <a:pt x="598930" y="0"/>
                  </a:lnTo>
                  <a:lnTo>
                    <a:pt x="39573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8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5400000"/>
            </a:gradFill>
            <a:ln w="38100" cap="sq">
              <a:gradFill>
                <a:gsLst>
                  <a:gs pos="0">
                    <a:srgbClr val="F5F3F4">
                      <a:alpha val="8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38100"/>
              <a:ext cx="39573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44775" y="644459"/>
            <a:ext cx="10457667" cy="10643978"/>
            <a:chOff x="0" y="0"/>
            <a:chExt cx="59893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8930" cy="609600"/>
            </a:xfrm>
            <a:custGeom>
              <a:avLst/>
              <a:gdLst/>
              <a:ahLst/>
              <a:cxnLst/>
              <a:rect r="r" b="b" t="t" l="l"/>
              <a:pathLst>
                <a:path h="609600" w="598930">
                  <a:moveTo>
                    <a:pt x="203200" y="0"/>
                  </a:moveTo>
                  <a:lnTo>
                    <a:pt x="598930" y="0"/>
                  </a:lnTo>
                  <a:lnTo>
                    <a:pt x="39573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5F3F4">
                      <a:alpha val="30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38100"/>
              <a:ext cx="39573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22519" y="-146837"/>
            <a:ext cx="10457667" cy="10643978"/>
            <a:chOff x="0" y="0"/>
            <a:chExt cx="59893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8930" cy="609600"/>
            </a:xfrm>
            <a:custGeom>
              <a:avLst/>
              <a:gdLst/>
              <a:ahLst/>
              <a:cxnLst/>
              <a:rect r="r" b="b" t="t" l="l"/>
              <a:pathLst>
                <a:path h="609600" w="598930">
                  <a:moveTo>
                    <a:pt x="203200" y="0"/>
                  </a:moveTo>
                  <a:lnTo>
                    <a:pt x="598930" y="0"/>
                  </a:lnTo>
                  <a:lnTo>
                    <a:pt x="39573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25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39573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795006" y="1155790"/>
            <a:ext cx="454757" cy="454757"/>
          </a:xfrm>
          <a:custGeom>
            <a:avLst/>
            <a:gdLst/>
            <a:ahLst/>
            <a:cxnLst/>
            <a:rect r="r" b="b" t="t" l="l"/>
            <a:pathLst>
              <a:path h="454757" w="454757">
                <a:moveTo>
                  <a:pt x="0" y="0"/>
                </a:moveTo>
                <a:lnTo>
                  <a:pt x="454757" y="0"/>
                </a:lnTo>
                <a:lnTo>
                  <a:pt x="454757" y="454758"/>
                </a:lnTo>
                <a:lnTo>
                  <a:pt x="0" y="4547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666150" y="4299833"/>
            <a:ext cx="13367174" cy="102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b="true" sz="7400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QUESTION &amp; ANSWER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36261" y="5505069"/>
            <a:ext cx="9026953" cy="577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Lorem ipsum dolor sit amet, consectetur adipiscing elit. Sed consectetur risus eget placerat venenatis. Phasellus faucibus nibh sit amet diam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36261" y="8861156"/>
            <a:ext cx="9026953" cy="28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 i="true" spc="44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www.reallygreatsite.com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36751" y="1053652"/>
            <a:ext cx="2467717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BORCELLE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38697" y="0"/>
            <a:ext cx="705305" cy="10287000"/>
            <a:chOff x="0" y="0"/>
            <a:chExt cx="185759" cy="27093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57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575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38697" y="7799143"/>
            <a:ext cx="705305" cy="703087"/>
            <a:chOff x="0" y="0"/>
            <a:chExt cx="185759" cy="1851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5759" cy="185175"/>
            </a:xfrm>
            <a:custGeom>
              <a:avLst/>
              <a:gdLst/>
              <a:ahLst/>
              <a:cxnLst/>
              <a:rect r="r" b="b" t="t" l="l"/>
              <a:pathLst>
                <a:path h="185175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185175"/>
                  </a:lnTo>
                  <a:lnTo>
                    <a:pt x="0" y="185175"/>
                  </a:lnTo>
                  <a:close/>
                </a:path>
              </a:pathLst>
            </a:custGeom>
            <a:solidFill>
              <a:srgbClr val="DC2F0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5759" cy="22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75398" y="1028700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12503" y="1923573"/>
            <a:ext cx="357692" cy="429543"/>
          </a:xfrm>
          <a:custGeom>
            <a:avLst/>
            <a:gdLst/>
            <a:ahLst/>
            <a:cxnLst/>
            <a:rect r="r" b="b" t="t" l="l"/>
            <a:pathLst>
              <a:path h="429543" w="357692">
                <a:moveTo>
                  <a:pt x="0" y="0"/>
                </a:moveTo>
                <a:lnTo>
                  <a:pt x="357692" y="0"/>
                </a:lnTo>
                <a:lnTo>
                  <a:pt x="357692" y="429543"/>
                </a:lnTo>
                <a:lnTo>
                  <a:pt x="0" y="4295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75398" y="2845928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12503" y="3740801"/>
            <a:ext cx="357692" cy="344685"/>
          </a:xfrm>
          <a:custGeom>
            <a:avLst/>
            <a:gdLst/>
            <a:ahLst/>
            <a:cxnLst/>
            <a:rect r="r" b="b" t="t" l="l"/>
            <a:pathLst>
              <a:path h="344685" w="357692">
                <a:moveTo>
                  <a:pt x="0" y="0"/>
                </a:moveTo>
                <a:lnTo>
                  <a:pt x="357692" y="0"/>
                </a:lnTo>
                <a:lnTo>
                  <a:pt x="357692" y="344685"/>
                </a:lnTo>
                <a:lnTo>
                  <a:pt x="0" y="3446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12503" y="4578297"/>
            <a:ext cx="394797" cy="380441"/>
          </a:xfrm>
          <a:custGeom>
            <a:avLst/>
            <a:gdLst/>
            <a:ahLst/>
            <a:cxnLst/>
            <a:rect r="r" b="b" t="t" l="l"/>
            <a:pathLst>
              <a:path h="380441" w="394797">
                <a:moveTo>
                  <a:pt x="0" y="0"/>
                </a:moveTo>
                <a:lnTo>
                  <a:pt x="394797" y="0"/>
                </a:lnTo>
                <a:lnTo>
                  <a:pt x="394797" y="380441"/>
                </a:lnTo>
                <a:lnTo>
                  <a:pt x="0" y="3804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93950" y="8842103"/>
            <a:ext cx="431903" cy="416197"/>
          </a:xfrm>
          <a:custGeom>
            <a:avLst/>
            <a:gdLst/>
            <a:ahLst/>
            <a:cxnLst/>
            <a:rect r="r" b="b" t="t" l="l"/>
            <a:pathLst>
              <a:path h="416197" w="431903">
                <a:moveTo>
                  <a:pt x="0" y="0"/>
                </a:moveTo>
                <a:lnTo>
                  <a:pt x="431903" y="0"/>
                </a:lnTo>
                <a:lnTo>
                  <a:pt x="431903" y="416197"/>
                </a:lnTo>
                <a:lnTo>
                  <a:pt x="0" y="41619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01032" y="5451550"/>
            <a:ext cx="380634" cy="377866"/>
          </a:xfrm>
          <a:custGeom>
            <a:avLst/>
            <a:gdLst/>
            <a:ahLst/>
            <a:cxnLst/>
            <a:rect r="r" b="b" t="t" l="l"/>
            <a:pathLst>
              <a:path h="377866" w="380634">
                <a:moveTo>
                  <a:pt x="0" y="0"/>
                </a:moveTo>
                <a:lnTo>
                  <a:pt x="380634" y="0"/>
                </a:lnTo>
                <a:lnTo>
                  <a:pt x="380634" y="377866"/>
                </a:lnTo>
                <a:lnTo>
                  <a:pt x="0" y="37786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393950" y="7171074"/>
            <a:ext cx="431903" cy="288197"/>
          </a:xfrm>
          <a:custGeom>
            <a:avLst/>
            <a:gdLst/>
            <a:ahLst/>
            <a:cxnLst/>
            <a:rect r="r" b="b" t="t" l="l"/>
            <a:pathLst>
              <a:path h="288197" w="431903">
                <a:moveTo>
                  <a:pt x="0" y="0"/>
                </a:moveTo>
                <a:lnTo>
                  <a:pt x="431903" y="0"/>
                </a:lnTo>
                <a:lnTo>
                  <a:pt x="431903" y="288196"/>
                </a:lnTo>
                <a:lnTo>
                  <a:pt x="0" y="28819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412503" y="7952082"/>
            <a:ext cx="394797" cy="397210"/>
          </a:xfrm>
          <a:custGeom>
            <a:avLst/>
            <a:gdLst/>
            <a:ahLst/>
            <a:cxnLst/>
            <a:rect r="r" b="b" t="t" l="l"/>
            <a:pathLst>
              <a:path h="397210" w="394797">
                <a:moveTo>
                  <a:pt x="0" y="0"/>
                </a:moveTo>
                <a:lnTo>
                  <a:pt x="394797" y="0"/>
                </a:lnTo>
                <a:lnTo>
                  <a:pt x="394797" y="397210"/>
                </a:lnTo>
                <a:lnTo>
                  <a:pt x="0" y="39721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12503" y="6322227"/>
            <a:ext cx="394797" cy="356035"/>
          </a:xfrm>
          <a:custGeom>
            <a:avLst/>
            <a:gdLst/>
            <a:ahLst/>
            <a:cxnLst/>
            <a:rect r="r" b="b" t="t" l="l"/>
            <a:pathLst>
              <a:path h="356035" w="394797">
                <a:moveTo>
                  <a:pt x="0" y="0"/>
                </a:moveTo>
                <a:lnTo>
                  <a:pt x="394797" y="0"/>
                </a:lnTo>
                <a:lnTo>
                  <a:pt x="394797" y="356035"/>
                </a:lnTo>
                <a:lnTo>
                  <a:pt x="0" y="35603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26" t="0" r="0" b="-552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54402" y="0"/>
            <a:ext cx="15233598" cy="10287000"/>
            <a:chOff x="0" y="0"/>
            <a:chExt cx="4012141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12141" cy="2709333"/>
            </a:xfrm>
            <a:custGeom>
              <a:avLst/>
              <a:gdLst/>
              <a:ahLst/>
              <a:cxnLst/>
              <a:rect r="r" b="b" t="t" l="l"/>
              <a:pathLst>
                <a:path h="2709333" w="4012141">
                  <a:moveTo>
                    <a:pt x="0" y="0"/>
                  </a:moveTo>
                  <a:lnTo>
                    <a:pt x="4012141" y="0"/>
                  </a:lnTo>
                  <a:lnTo>
                    <a:pt x="4012141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161A1D">
                    <a:alpha val="0"/>
                  </a:srgbClr>
                </a:gs>
                <a:gs pos="100000">
                  <a:srgbClr val="161A1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12141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079931" y="-178489"/>
            <a:ext cx="12208069" cy="10643978"/>
            <a:chOff x="0" y="0"/>
            <a:chExt cx="699178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9178" cy="609600"/>
            </a:xfrm>
            <a:custGeom>
              <a:avLst/>
              <a:gdLst/>
              <a:ahLst/>
              <a:cxnLst/>
              <a:rect r="r" b="b" t="t" l="l"/>
              <a:pathLst>
                <a:path h="609600" w="699178">
                  <a:moveTo>
                    <a:pt x="203200" y="0"/>
                  </a:moveTo>
                  <a:lnTo>
                    <a:pt x="699178" y="0"/>
                  </a:lnTo>
                  <a:lnTo>
                    <a:pt x="495978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61A1D">
                    <a:alpha val="25000"/>
                  </a:srgbClr>
                </a:gs>
                <a:gs pos="100000">
                  <a:srgbClr val="161A1D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38100"/>
              <a:ext cx="495978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72303" y="6500245"/>
            <a:ext cx="3562564" cy="685501"/>
            <a:chOff x="0" y="0"/>
            <a:chExt cx="3168106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68106" cy="609600"/>
            </a:xfrm>
            <a:custGeom>
              <a:avLst/>
              <a:gdLst/>
              <a:ahLst/>
              <a:cxnLst/>
              <a:rect r="r" b="b" t="t" l="l"/>
              <a:pathLst>
                <a:path h="609600" w="3168106">
                  <a:moveTo>
                    <a:pt x="203200" y="0"/>
                  </a:moveTo>
                  <a:lnTo>
                    <a:pt x="3168106" y="0"/>
                  </a:lnTo>
                  <a:lnTo>
                    <a:pt x="296490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F5F3F4">
                      <a:alpha val="100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38100"/>
              <a:ext cx="296490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31878" y="7484464"/>
            <a:ext cx="4054681" cy="685501"/>
            <a:chOff x="0" y="0"/>
            <a:chExt cx="3605735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05735" cy="609600"/>
            </a:xfrm>
            <a:custGeom>
              <a:avLst/>
              <a:gdLst/>
              <a:ahLst/>
              <a:cxnLst/>
              <a:rect r="r" b="b" t="t" l="l"/>
              <a:pathLst>
                <a:path h="609600" w="3605735">
                  <a:moveTo>
                    <a:pt x="203200" y="0"/>
                  </a:moveTo>
                  <a:lnTo>
                    <a:pt x="3605735" y="0"/>
                  </a:lnTo>
                  <a:lnTo>
                    <a:pt x="3402535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F5F3F4">
                      <a:alpha val="100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3402535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11811" y="8464041"/>
            <a:ext cx="4049378" cy="685501"/>
            <a:chOff x="0" y="0"/>
            <a:chExt cx="3601019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01019" cy="609600"/>
            </a:xfrm>
            <a:custGeom>
              <a:avLst/>
              <a:gdLst/>
              <a:ahLst/>
              <a:cxnLst/>
              <a:rect r="r" b="b" t="t" l="l"/>
              <a:pathLst>
                <a:path h="609600" w="3601019">
                  <a:moveTo>
                    <a:pt x="203200" y="0"/>
                  </a:moveTo>
                  <a:lnTo>
                    <a:pt x="3601019" y="0"/>
                  </a:lnTo>
                  <a:lnTo>
                    <a:pt x="339781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F5F3F4">
                      <a:alpha val="100000"/>
                    </a:srgbClr>
                  </a:gs>
                  <a:gs pos="100000">
                    <a:srgbClr val="F5F3F4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38100"/>
              <a:ext cx="3397819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212942" y="6606952"/>
            <a:ext cx="3562564" cy="685501"/>
            <a:chOff x="0" y="0"/>
            <a:chExt cx="3168106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68106" cy="609600"/>
            </a:xfrm>
            <a:custGeom>
              <a:avLst/>
              <a:gdLst/>
              <a:ahLst/>
              <a:cxnLst/>
              <a:rect r="r" b="b" t="t" l="l"/>
              <a:pathLst>
                <a:path h="609600" w="3168106">
                  <a:moveTo>
                    <a:pt x="203200" y="0"/>
                  </a:moveTo>
                  <a:lnTo>
                    <a:pt x="3168106" y="0"/>
                  </a:lnTo>
                  <a:lnTo>
                    <a:pt x="296490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-38100"/>
              <a:ext cx="296490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567712" y="7591171"/>
            <a:ext cx="4054681" cy="685501"/>
            <a:chOff x="0" y="0"/>
            <a:chExt cx="3605735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05735" cy="609600"/>
            </a:xfrm>
            <a:custGeom>
              <a:avLst/>
              <a:gdLst/>
              <a:ahLst/>
              <a:cxnLst/>
              <a:rect r="r" b="b" t="t" l="l"/>
              <a:pathLst>
                <a:path h="609600" w="3605735">
                  <a:moveTo>
                    <a:pt x="203200" y="0"/>
                  </a:moveTo>
                  <a:lnTo>
                    <a:pt x="3605735" y="0"/>
                  </a:lnTo>
                  <a:lnTo>
                    <a:pt x="3402535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-38100"/>
              <a:ext cx="3402535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76607" y="8570748"/>
            <a:ext cx="4049378" cy="685501"/>
            <a:chOff x="0" y="0"/>
            <a:chExt cx="3601019" cy="609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01019" cy="609600"/>
            </a:xfrm>
            <a:custGeom>
              <a:avLst/>
              <a:gdLst/>
              <a:ahLst/>
              <a:cxnLst/>
              <a:rect r="r" b="b" t="t" l="l"/>
              <a:pathLst>
                <a:path h="609600" w="3601019">
                  <a:moveTo>
                    <a:pt x="203200" y="0"/>
                  </a:moveTo>
                  <a:lnTo>
                    <a:pt x="3601019" y="0"/>
                  </a:lnTo>
                  <a:lnTo>
                    <a:pt x="339781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-38100"/>
              <a:ext cx="3397819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450435" y="1002762"/>
            <a:ext cx="454757" cy="454757"/>
          </a:xfrm>
          <a:custGeom>
            <a:avLst/>
            <a:gdLst/>
            <a:ahLst/>
            <a:cxnLst/>
            <a:rect r="r" b="b" t="t" l="l"/>
            <a:pathLst>
              <a:path h="454757" w="454757">
                <a:moveTo>
                  <a:pt x="0" y="0"/>
                </a:moveTo>
                <a:lnTo>
                  <a:pt x="454757" y="0"/>
                </a:lnTo>
                <a:lnTo>
                  <a:pt x="454757" y="454757"/>
                </a:lnTo>
                <a:lnTo>
                  <a:pt x="0" y="4547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679917" y="6818215"/>
            <a:ext cx="242114" cy="242114"/>
          </a:xfrm>
          <a:custGeom>
            <a:avLst/>
            <a:gdLst/>
            <a:ahLst/>
            <a:cxnLst/>
            <a:rect r="r" b="b" t="t" l="l"/>
            <a:pathLst>
              <a:path h="242114" w="242114">
                <a:moveTo>
                  <a:pt x="0" y="0"/>
                </a:moveTo>
                <a:lnTo>
                  <a:pt x="242114" y="0"/>
                </a:lnTo>
                <a:lnTo>
                  <a:pt x="242114" y="242114"/>
                </a:lnTo>
                <a:lnTo>
                  <a:pt x="0" y="2421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031743" y="7814709"/>
            <a:ext cx="305673" cy="238425"/>
          </a:xfrm>
          <a:custGeom>
            <a:avLst/>
            <a:gdLst/>
            <a:ahLst/>
            <a:cxnLst/>
            <a:rect r="r" b="b" t="t" l="l"/>
            <a:pathLst>
              <a:path h="238425" w="305673">
                <a:moveTo>
                  <a:pt x="0" y="0"/>
                </a:moveTo>
                <a:lnTo>
                  <a:pt x="305673" y="0"/>
                </a:lnTo>
                <a:lnTo>
                  <a:pt x="305673" y="238425"/>
                </a:lnTo>
                <a:lnTo>
                  <a:pt x="0" y="2384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515556" y="8785678"/>
            <a:ext cx="280068" cy="277013"/>
          </a:xfrm>
          <a:custGeom>
            <a:avLst/>
            <a:gdLst/>
            <a:ahLst/>
            <a:cxnLst/>
            <a:rect r="r" b="b" t="t" l="l"/>
            <a:pathLst>
              <a:path h="277013" w="280068">
                <a:moveTo>
                  <a:pt x="0" y="0"/>
                </a:moveTo>
                <a:lnTo>
                  <a:pt x="280068" y="0"/>
                </a:lnTo>
                <a:lnTo>
                  <a:pt x="280068" y="277012"/>
                </a:lnTo>
                <a:lnTo>
                  <a:pt x="0" y="2770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336259" y="5187707"/>
            <a:ext cx="7081300" cy="1125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05"/>
              </a:lnSpc>
            </a:pPr>
            <a:r>
              <a:rPr lang="en-US" b="true" sz="8205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THANK YOU!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46715" y="6770511"/>
            <a:ext cx="2506676" cy="31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999" i="true" spc="49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+123-456-7890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79775" y="7765679"/>
            <a:ext cx="2506676" cy="31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999" i="true" spc="49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@reallygreatsite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942244" y="8745256"/>
            <a:ext cx="3931777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999" i="true" spc="49">
                <a:solidFill>
                  <a:srgbClr val="F5F3F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www.reallygreatsite.com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092181" y="913593"/>
            <a:ext cx="2467717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i="true">
                <a:solidFill>
                  <a:srgbClr val="DC2F02"/>
                </a:solidFill>
                <a:latin typeface="Ubuntu Bold Italics"/>
                <a:ea typeface="Ubuntu Bold Italics"/>
                <a:cs typeface="Ubuntu Bold Italics"/>
                <a:sym typeface="Ubuntu Bold Italics"/>
              </a:rPr>
              <a:t>BORCELLE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238697" y="0"/>
            <a:ext cx="705305" cy="10287000"/>
            <a:chOff x="0" y="0"/>
            <a:chExt cx="185759" cy="270933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57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DC2F02">
                    <a:alpha val="100000"/>
                  </a:srgbClr>
                </a:gs>
                <a:gs pos="100000">
                  <a:srgbClr val="DC2F02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8575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38697" y="8698658"/>
            <a:ext cx="705305" cy="703087"/>
            <a:chOff x="0" y="0"/>
            <a:chExt cx="185759" cy="18517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5759" cy="185175"/>
            </a:xfrm>
            <a:custGeom>
              <a:avLst/>
              <a:gdLst/>
              <a:ahLst/>
              <a:cxnLst/>
              <a:rect r="r" b="b" t="t" l="l"/>
              <a:pathLst>
                <a:path h="185175" w="185759">
                  <a:moveTo>
                    <a:pt x="0" y="0"/>
                  </a:moveTo>
                  <a:lnTo>
                    <a:pt x="185759" y="0"/>
                  </a:lnTo>
                  <a:lnTo>
                    <a:pt x="185759" y="185175"/>
                  </a:lnTo>
                  <a:lnTo>
                    <a:pt x="0" y="185175"/>
                  </a:lnTo>
                  <a:close/>
                </a:path>
              </a:pathLst>
            </a:custGeom>
            <a:solidFill>
              <a:srgbClr val="DC2F02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85759" cy="22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375398" y="1028700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412503" y="1923573"/>
            <a:ext cx="357692" cy="429543"/>
          </a:xfrm>
          <a:custGeom>
            <a:avLst/>
            <a:gdLst/>
            <a:ahLst/>
            <a:cxnLst/>
            <a:rect r="r" b="b" t="t" l="l"/>
            <a:pathLst>
              <a:path h="429543" w="357692">
                <a:moveTo>
                  <a:pt x="0" y="0"/>
                </a:moveTo>
                <a:lnTo>
                  <a:pt x="357692" y="0"/>
                </a:lnTo>
                <a:lnTo>
                  <a:pt x="357692" y="429543"/>
                </a:lnTo>
                <a:lnTo>
                  <a:pt x="0" y="42954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375398" y="2845928"/>
            <a:ext cx="431903" cy="402062"/>
          </a:xfrm>
          <a:custGeom>
            <a:avLst/>
            <a:gdLst/>
            <a:ahLst/>
            <a:cxnLst/>
            <a:rect r="r" b="b" t="t" l="l"/>
            <a:pathLst>
              <a:path h="402062" w="431903">
                <a:moveTo>
                  <a:pt x="0" y="0"/>
                </a:moveTo>
                <a:lnTo>
                  <a:pt x="431902" y="0"/>
                </a:lnTo>
                <a:lnTo>
                  <a:pt x="431902" y="402062"/>
                </a:lnTo>
                <a:lnTo>
                  <a:pt x="0" y="40206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412503" y="3740801"/>
            <a:ext cx="357692" cy="344685"/>
          </a:xfrm>
          <a:custGeom>
            <a:avLst/>
            <a:gdLst/>
            <a:ahLst/>
            <a:cxnLst/>
            <a:rect r="r" b="b" t="t" l="l"/>
            <a:pathLst>
              <a:path h="344685" w="357692">
                <a:moveTo>
                  <a:pt x="0" y="0"/>
                </a:moveTo>
                <a:lnTo>
                  <a:pt x="357692" y="0"/>
                </a:lnTo>
                <a:lnTo>
                  <a:pt x="357692" y="344685"/>
                </a:lnTo>
                <a:lnTo>
                  <a:pt x="0" y="34468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412503" y="4578297"/>
            <a:ext cx="394797" cy="380441"/>
          </a:xfrm>
          <a:custGeom>
            <a:avLst/>
            <a:gdLst/>
            <a:ahLst/>
            <a:cxnLst/>
            <a:rect r="r" b="b" t="t" l="l"/>
            <a:pathLst>
              <a:path h="380441" w="394797">
                <a:moveTo>
                  <a:pt x="0" y="0"/>
                </a:moveTo>
                <a:lnTo>
                  <a:pt x="394797" y="0"/>
                </a:lnTo>
                <a:lnTo>
                  <a:pt x="394797" y="380441"/>
                </a:lnTo>
                <a:lnTo>
                  <a:pt x="0" y="38044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393950" y="8842103"/>
            <a:ext cx="431903" cy="416197"/>
          </a:xfrm>
          <a:custGeom>
            <a:avLst/>
            <a:gdLst/>
            <a:ahLst/>
            <a:cxnLst/>
            <a:rect r="r" b="b" t="t" l="l"/>
            <a:pathLst>
              <a:path h="416197" w="431903">
                <a:moveTo>
                  <a:pt x="0" y="0"/>
                </a:moveTo>
                <a:lnTo>
                  <a:pt x="431903" y="0"/>
                </a:lnTo>
                <a:lnTo>
                  <a:pt x="431903" y="416197"/>
                </a:lnTo>
                <a:lnTo>
                  <a:pt x="0" y="4161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401032" y="5451550"/>
            <a:ext cx="380634" cy="377866"/>
          </a:xfrm>
          <a:custGeom>
            <a:avLst/>
            <a:gdLst/>
            <a:ahLst/>
            <a:cxnLst/>
            <a:rect r="r" b="b" t="t" l="l"/>
            <a:pathLst>
              <a:path h="377866" w="380634">
                <a:moveTo>
                  <a:pt x="0" y="0"/>
                </a:moveTo>
                <a:lnTo>
                  <a:pt x="380634" y="0"/>
                </a:lnTo>
                <a:lnTo>
                  <a:pt x="380634" y="377866"/>
                </a:lnTo>
                <a:lnTo>
                  <a:pt x="0" y="37786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393950" y="7171074"/>
            <a:ext cx="431903" cy="288197"/>
          </a:xfrm>
          <a:custGeom>
            <a:avLst/>
            <a:gdLst/>
            <a:ahLst/>
            <a:cxnLst/>
            <a:rect r="r" b="b" t="t" l="l"/>
            <a:pathLst>
              <a:path h="288197" w="431903">
                <a:moveTo>
                  <a:pt x="0" y="0"/>
                </a:moveTo>
                <a:lnTo>
                  <a:pt x="431903" y="0"/>
                </a:lnTo>
                <a:lnTo>
                  <a:pt x="431903" y="288196"/>
                </a:lnTo>
                <a:lnTo>
                  <a:pt x="0" y="28819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412503" y="7952082"/>
            <a:ext cx="394797" cy="397210"/>
          </a:xfrm>
          <a:custGeom>
            <a:avLst/>
            <a:gdLst/>
            <a:ahLst/>
            <a:cxnLst/>
            <a:rect r="r" b="b" t="t" l="l"/>
            <a:pathLst>
              <a:path h="397210" w="394797">
                <a:moveTo>
                  <a:pt x="0" y="0"/>
                </a:moveTo>
                <a:lnTo>
                  <a:pt x="394797" y="0"/>
                </a:lnTo>
                <a:lnTo>
                  <a:pt x="394797" y="397210"/>
                </a:lnTo>
                <a:lnTo>
                  <a:pt x="0" y="39721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412503" y="6322227"/>
            <a:ext cx="394797" cy="356035"/>
          </a:xfrm>
          <a:custGeom>
            <a:avLst/>
            <a:gdLst/>
            <a:ahLst/>
            <a:cxnLst/>
            <a:rect r="r" b="b" t="t" l="l"/>
            <a:pathLst>
              <a:path h="356035" w="394797">
                <a:moveTo>
                  <a:pt x="0" y="0"/>
                </a:moveTo>
                <a:lnTo>
                  <a:pt x="394797" y="0"/>
                </a:lnTo>
                <a:lnTo>
                  <a:pt x="394797" y="356035"/>
                </a:lnTo>
                <a:lnTo>
                  <a:pt x="0" y="35603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DAGsmEnQWE8</dc:identifier>
  <dcterms:modified xsi:type="dcterms:W3CDTF">2011-08-01T06:04:30Z</dcterms:modified>
  <cp:revision>1</cp:revision>
  <dc:title>Black and Red Dynamic Car Dealer Presentation</dc:title>
</cp:coreProperties>
</file>